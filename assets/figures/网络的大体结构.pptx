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47474"/>
    <a:srgbClr val="4C90D2"/>
    <a:srgbClr val="61CBF4"/>
    <a:srgbClr val="8BD571"/>
    <a:srgbClr val="4E95D9"/>
    <a:srgbClr val="8ED973"/>
    <a:srgbClr val="D86ECC"/>
    <a:srgbClr val="A6A6A6"/>
    <a:srgbClr val="E6F6E0"/>
    <a:srgbClr val="EDE1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22" autoAdjust="0"/>
    <p:restoredTop sz="94660"/>
  </p:normalViewPr>
  <p:slideViewPr>
    <p:cSldViewPr snapToGrid="0">
      <p:cViewPr>
        <p:scale>
          <a:sx n="50" d="100"/>
          <a:sy n="50" d="100"/>
        </p:scale>
        <p:origin x="2724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FD536E-36ED-68DB-1C5E-F35EFBF64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1E3C766-0C47-5E07-C3CA-8454790B74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BE2BC1-D03B-C3BC-D2CB-301454467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21D7-8D98-4BCC-B14B-5A2CA4F39D7F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6D733A-AE04-2B32-BB5B-0D0718645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3A670F-F5DA-E0F9-08E4-2C23C0707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7B02-7CA0-4D59-8F7A-1F6E26DBC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8738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5A2483-7280-7C29-2851-48905041D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821A4A-42CD-494F-F134-D7C523FBAB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31A035-BEC7-DD09-ACC8-03F40F319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21D7-8D98-4BCC-B14B-5A2CA4F39D7F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E01247-C8A1-BF55-8454-58E742340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B5529D-CE3B-B197-4B78-AFFA5099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7B02-7CA0-4D59-8F7A-1F6E26DBC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0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EAC6E5-F8E2-D311-50F9-6B8172E91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731D8F-EC86-0600-1A97-DE1695D9E5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3DE8A8-9A47-86EA-07AF-29D5550C7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21D7-8D98-4BCC-B14B-5A2CA4F39D7F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516DD1-1D65-7F77-DA0C-59E0E0C0B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DE66EE-6671-8746-1344-26D9F2959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7B02-7CA0-4D59-8F7A-1F6E26DBC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181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2E20FA-17F4-F77E-1637-4FBD9123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5355B2-622B-33CF-62BC-7E3359A8A8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0CE064-0B39-25E2-0879-DEA8DCB50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12200D-AC96-748D-0732-31D466345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21D7-8D98-4BCC-B14B-5A2CA4F39D7F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AA6E89-8EBD-BD73-0935-C8CF735F2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E2FA58-AB99-B1D4-D3F7-E35541816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7B02-7CA0-4D59-8F7A-1F6E26DBC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5126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1CF41F-6B6F-4D31-1B28-2DF5C74EB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334437-8838-9358-F2EA-89A73BB42E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8B7A9F-8D68-A68B-E9E3-5C80533C23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435CB0-AF7C-7A32-397B-48471F28D7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C1B80E-62F4-BF4F-9972-FC0E3F2DAB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57FBAFB-6ED7-2399-44DD-7E8EBB584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21D7-8D98-4BCC-B14B-5A2CA4F39D7F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D6CC235-A6AA-ABAD-32C4-20730A288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FEF7B67-5E49-3439-940C-93A607565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7B02-7CA0-4D59-8F7A-1F6E26DBC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23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DB4710-3431-D517-8411-2A0A12536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278F10-A280-C035-2AD2-6AF845DEC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21D7-8D98-4BCC-B14B-5A2CA4F39D7F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D3E0B7B-8267-9371-5E49-555F0D0F8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9C42353-CA82-4A31-A078-50177FEFB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7B02-7CA0-4D59-8F7A-1F6E26DBC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213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D5927E3-444F-FE50-0A50-20F3F7BF9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21D7-8D98-4BCC-B14B-5A2CA4F39D7F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2E59535-680A-D77E-1435-D00F12893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C651DE-498A-5D37-B882-378AE181E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7B02-7CA0-4D59-8F7A-1F6E26DBC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99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32D4C5-000F-EFAC-A511-EDFC3F075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E56F1B-A3DA-0356-21DC-CA7F871A9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F6B87E-6BE2-ECF7-6B9F-AF8B9AA53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C20947-F40E-87DE-F5A7-C709E3D6D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21D7-8D98-4BCC-B14B-5A2CA4F39D7F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BBCBB5A-891B-5EA0-FA2F-14C57D3B1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673E08-4046-69A8-751C-105FE1D06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7B02-7CA0-4D59-8F7A-1F6E26DBC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85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28AEA6-C4A9-A142-4DBA-5927E4635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42C85C7-1C8F-AEB3-665F-5DD2E9F6D1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0645AE4-6E0D-7A2B-DE5D-06ACAF8A14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C55558-492C-04B8-2B09-19990DFBA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21D7-8D98-4BCC-B14B-5A2CA4F39D7F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06CD3C-FD1A-8C73-18A8-108DD95A1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042274-B63D-C4DB-B2BB-76D98AE5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7B02-7CA0-4D59-8F7A-1F6E26DBC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412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CACA13-ED14-C261-A189-7EA25B3F8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088D9B-3A03-2FF8-2441-1805E643B5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03F502-E906-0E81-65D4-B763F907D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21D7-8D98-4BCC-B14B-5A2CA4F39D7F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760EC6-F866-DCF0-980F-148483F60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DC66979-A016-C3AB-260F-4B3B52DC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7B02-7CA0-4D59-8F7A-1F6E26DBC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547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8728127-292A-435E-28B8-367CE68340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0AD1E5-443B-A4B9-4E53-E6A15D072C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2FE38-052C-0B7B-E96C-65AB6D541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6C21D7-8D98-4BCC-B14B-5A2CA4F39D7F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3A7EB1-25B6-5739-8E93-9A968E7CA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21BC83-CDC7-4A5D-2D5A-3F4B955E2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3D7B02-7CA0-4D59-8F7A-1F6E26DBC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77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ACD53B1-5F47-0462-747E-A8F7EDD73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977868-B2F6-F28F-5204-F79146BCA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EC3107-99BC-44BC-138E-1597074BEC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6C21D7-8D98-4BCC-B14B-5A2CA4F39D7F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020CE1-3523-30D1-28B3-0E7B0D2E41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D37D0C-0B0D-0E6C-65B2-BA84B7184F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3D7B02-7CA0-4D59-8F7A-1F6E26DBC1B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213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组合 52">
            <a:extLst>
              <a:ext uri="{FF2B5EF4-FFF2-40B4-BE49-F238E27FC236}">
                <a16:creationId xmlns:a16="http://schemas.microsoft.com/office/drawing/2014/main" id="{FF4D6B0E-4BAC-9A2C-F8C8-2F1A09EFC39B}"/>
              </a:ext>
            </a:extLst>
          </p:cNvPr>
          <p:cNvGrpSpPr/>
          <p:nvPr/>
        </p:nvGrpSpPr>
        <p:grpSpPr>
          <a:xfrm>
            <a:off x="-1199447" y="-805745"/>
            <a:ext cx="18830118" cy="7876654"/>
            <a:chOff x="-1199447" y="-805745"/>
            <a:chExt cx="18830118" cy="7876654"/>
          </a:xfrm>
        </p:grpSpPr>
        <p:sp>
          <p:nvSpPr>
            <p:cNvPr id="213" name="立方体 212">
              <a:extLst>
                <a:ext uri="{FF2B5EF4-FFF2-40B4-BE49-F238E27FC236}">
                  <a16:creationId xmlns:a16="http://schemas.microsoft.com/office/drawing/2014/main" id="{8E11641D-499C-9DFF-66EB-BCA431C4977F}"/>
                </a:ext>
              </a:extLst>
            </p:cNvPr>
            <p:cNvSpPr/>
            <p:nvPr/>
          </p:nvSpPr>
          <p:spPr>
            <a:xfrm>
              <a:off x="-1199447" y="3516598"/>
              <a:ext cx="7065271" cy="3540657"/>
            </a:xfrm>
            <a:prstGeom prst="cube">
              <a:avLst>
                <a:gd name="adj" fmla="val 10652"/>
              </a:avLst>
            </a:prstGeom>
            <a:solidFill>
              <a:schemeClr val="accent1">
                <a:lumMod val="40000"/>
                <a:lumOff val="60000"/>
                <a:alpha val="51000"/>
              </a:schemeClr>
            </a:solidFill>
            <a:ln w="762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立方体 211">
              <a:extLst>
                <a:ext uri="{FF2B5EF4-FFF2-40B4-BE49-F238E27FC236}">
                  <a16:creationId xmlns:a16="http://schemas.microsoft.com/office/drawing/2014/main" id="{04B1BBE8-EF4D-47D3-1655-0FEA5287F270}"/>
                </a:ext>
              </a:extLst>
            </p:cNvPr>
            <p:cNvSpPr/>
            <p:nvPr/>
          </p:nvSpPr>
          <p:spPr>
            <a:xfrm>
              <a:off x="5486595" y="3530252"/>
              <a:ext cx="12133195" cy="3540657"/>
            </a:xfrm>
            <a:prstGeom prst="cube">
              <a:avLst>
                <a:gd name="adj" fmla="val 10652"/>
              </a:avLst>
            </a:prstGeom>
            <a:solidFill>
              <a:schemeClr val="accent6">
                <a:lumMod val="40000"/>
                <a:lumOff val="60000"/>
                <a:alpha val="51000"/>
              </a:schemeClr>
            </a:solidFill>
            <a:ln w="762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2" name="立方体 421">
              <a:extLst>
                <a:ext uri="{FF2B5EF4-FFF2-40B4-BE49-F238E27FC236}">
                  <a16:creationId xmlns:a16="http://schemas.microsoft.com/office/drawing/2014/main" id="{4C8CC579-1E19-265E-738B-E857AFA7CF7E}"/>
                </a:ext>
              </a:extLst>
            </p:cNvPr>
            <p:cNvSpPr/>
            <p:nvPr/>
          </p:nvSpPr>
          <p:spPr>
            <a:xfrm>
              <a:off x="5725139" y="5119516"/>
              <a:ext cx="867366" cy="874458"/>
            </a:xfrm>
            <a:prstGeom prst="cube">
              <a:avLst>
                <a:gd name="adj" fmla="val 86626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1" name="矩形 380">
              <a:extLst>
                <a:ext uri="{FF2B5EF4-FFF2-40B4-BE49-F238E27FC236}">
                  <a16:creationId xmlns:a16="http://schemas.microsoft.com/office/drawing/2014/main" id="{C2639F87-F7EE-A3FF-E534-218667B6C6C4}"/>
                </a:ext>
              </a:extLst>
            </p:cNvPr>
            <p:cNvSpPr/>
            <p:nvPr/>
          </p:nvSpPr>
          <p:spPr>
            <a:xfrm>
              <a:off x="1928900" y="3691595"/>
              <a:ext cx="3604000" cy="3100926"/>
            </a:xfrm>
            <a:prstGeom prst="rect">
              <a:avLst/>
            </a:prstGeom>
            <a:solidFill>
              <a:schemeClr val="accent2">
                <a:lumMod val="20000"/>
                <a:lumOff val="80000"/>
                <a:alpha val="3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0" name="梯形 379">
              <a:extLst>
                <a:ext uri="{FF2B5EF4-FFF2-40B4-BE49-F238E27FC236}">
                  <a16:creationId xmlns:a16="http://schemas.microsoft.com/office/drawing/2014/main" id="{0C0C9C42-2E10-E82B-B7A0-ED6320516250}"/>
                </a:ext>
              </a:extLst>
            </p:cNvPr>
            <p:cNvSpPr/>
            <p:nvPr/>
          </p:nvSpPr>
          <p:spPr>
            <a:xfrm rot="16200000">
              <a:off x="685081" y="5548701"/>
              <a:ext cx="1861318" cy="626320"/>
            </a:xfrm>
            <a:prstGeom prst="trapezoid">
              <a:avLst>
                <a:gd name="adj" fmla="val 59978"/>
              </a:avLst>
            </a:prstGeom>
            <a:solidFill>
              <a:schemeClr val="accent2">
                <a:lumMod val="20000"/>
                <a:lumOff val="80000"/>
                <a:alpha val="37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2" name="立方体 371">
              <a:extLst>
                <a:ext uri="{FF2B5EF4-FFF2-40B4-BE49-F238E27FC236}">
                  <a16:creationId xmlns:a16="http://schemas.microsoft.com/office/drawing/2014/main" id="{0B0EFEB5-6561-4FBC-5DD9-FBC1980E34C6}"/>
                </a:ext>
              </a:extLst>
            </p:cNvPr>
            <p:cNvSpPr/>
            <p:nvPr/>
          </p:nvSpPr>
          <p:spPr>
            <a:xfrm>
              <a:off x="6477750" y="-331149"/>
              <a:ext cx="5224060" cy="3775998"/>
            </a:xfrm>
            <a:prstGeom prst="cube">
              <a:avLst>
                <a:gd name="adj" fmla="val 10652"/>
              </a:avLst>
            </a:prstGeom>
            <a:solidFill>
              <a:schemeClr val="accent6">
                <a:lumMod val="40000"/>
                <a:lumOff val="60000"/>
                <a:alpha val="49000"/>
              </a:schemeClr>
            </a:solidFill>
            <a:ln w="571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6" name="立方体 375">
              <a:extLst>
                <a:ext uri="{FF2B5EF4-FFF2-40B4-BE49-F238E27FC236}">
                  <a16:creationId xmlns:a16="http://schemas.microsoft.com/office/drawing/2014/main" id="{AF1EB889-8613-00EB-8829-461FA224E285}"/>
                </a:ext>
              </a:extLst>
            </p:cNvPr>
            <p:cNvSpPr/>
            <p:nvPr/>
          </p:nvSpPr>
          <p:spPr>
            <a:xfrm>
              <a:off x="12867728" y="1052308"/>
              <a:ext cx="301421" cy="1719787"/>
            </a:xfrm>
            <a:prstGeom prst="cube">
              <a:avLst>
                <a:gd name="adj" fmla="val 25429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7" name="立方体 376">
              <a:extLst>
                <a:ext uri="{FF2B5EF4-FFF2-40B4-BE49-F238E27FC236}">
                  <a16:creationId xmlns:a16="http://schemas.microsoft.com/office/drawing/2014/main" id="{D244EC3D-5C45-03EE-99ED-58C77F82763D}"/>
                </a:ext>
              </a:extLst>
            </p:cNvPr>
            <p:cNvSpPr/>
            <p:nvPr/>
          </p:nvSpPr>
          <p:spPr>
            <a:xfrm>
              <a:off x="13121750" y="1052307"/>
              <a:ext cx="301421" cy="1719787"/>
            </a:xfrm>
            <a:prstGeom prst="cube">
              <a:avLst>
                <a:gd name="adj" fmla="val 25429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3" name="立方体 372">
              <a:extLst>
                <a:ext uri="{FF2B5EF4-FFF2-40B4-BE49-F238E27FC236}">
                  <a16:creationId xmlns:a16="http://schemas.microsoft.com/office/drawing/2014/main" id="{FAB32A9D-CB79-E235-67A3-EA9EE7FC6FAD}"/>
                </a:ext>
              </a:extLst>
            </p:cNvPr>
            <p:cNvSpPr/>
            <p:nvPr/>
          </p:nvSpPr>
          <p:spPr>
            <a:xfrm>
              <a:off x="11955832" y="1045481"/>
              <a:ext cx="301421" cy="1719787"/>
            </a:xfrm>
            <a:prstGeom prst="cube">
              <a:avLst>
                <a:gd name="adj" fmla="val 25429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5" name="立方体 374">
              <a:extLst>
                <a:ext uri="{FF2B5EF4-FFF2-40B4-BE49-F238E27FC236}">
                  <a16:creationId xmlns:a16="http://schemas.microsoft.com/office/drawing/2014/main" id="{D0143CDD-3A92-033C-6079-AF16E38BF2FB}"/>
                </a:ext>
              </a:extLst>
            </p:cNvPr>
            <p:cNvSpPr/>
            <p:nvPr/>
          </p:nvSpPr>
          <p:spPr>
            <a:xfrm>
              <a:off x="12209854" y="1045480"/>
              <a:ext cx="301421" cy="1719787"/>
            </a:xfrm>
            <a:prstGeom prst="cube">
              <a:avLst>
                <a:gd name="adj" fmla="val 25429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381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1" name="立方体 370">
              <a:extLst>
                <a:ext uri="{FF2B5EF4-FFF2-40B4-BE49-F238E27FC236}">
                  <a16:creationId xmlns:a16="http://schemas.microsoft.com/office/drawing/2014/main" id="{A40F6355-FF95-7EA9-1F16-58E0FD3D49EC}"/>
                </a:ext>
              </a:extLst>
            </p:cNvPr>
            <p:cNvSpPr/>
            <p:nvPr/>
          </p:nvSpPr>
          <p:spPr>
            <a:xfrm>
              <a:off x="1962175" y="-320511"/>
              <a:ext cx="4912577" cy="3765359"/>
            </a:xfrm>
            <a:prstGeom prst="cube">
              <a:avLst>
                <a:gd name="adj" fmla="val 10652"/>
              </a:avLst>
            </a:prstGeom>
            <a:solidFill>
              <a:schemeClr val="accent1">
                <a:lumMod val="40000"/>
                <a:lumOff val="60000"/>
                <a:alpha val="49000"/>
              </a:schemeClr>
            </a:solidFill>
            <a:ln w="571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6" name="立方体 365">
              <a:extLst>
                <a:ext uri="{FF2B5EF4-FFF2-40B4-BE49-F238E27FC236}">
                  <a16:creationId xmlns:a16="http://schemas.microsoft.com/office/drawing/2014/main" id="{A071847E-15E5-9026-BD09-55F011BE6FD1}"/>
                </a:ext>
              </a:extLst>
            </p:cNvPr>
            <p:cNvSpPr/>
            <p:nvPr/>
          </p:nvSpPr>
          <p:spPr>
            <a:xfrm>
              <a:off x="1807261" y="5568181"/>
              <a:ext cx="1761992" cy="446392"/>
            </a:xfrm>
            <a:prstGeom prst="cube">
              <a:avLst>
                <a:gd name="adj" fmla="val 82777"/>
              </a:avLst>
            </a:prstGeom>
            <a:solidFill>
              <a:srgbClr val="454107"/>
            </a:solidFill>
            <a:ln>
              <a:noFill/>
            </a:ln>
            <a:effectLst>
              <a:outerShdw blurRad="50800" dist="50800" dir="5400000" sx="110000" sy="110000" algn="ctr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2" name="立方体 361">
              <a:extLst>
                <a:ext uri="{FF2B5EF4-FFF2-40B4-BE49-F238E27FC236}">
                  <a16:creationId xmlns:a16="http://schemas.microsoft.com/office/drawing/2014/main" id="{5D91B2F8-C315-751B-9583-792AF568E2D2}"/>
                </a:ext>
              </a:extLst>
            </p:cNvPr>
            <p:cNvSpPr/>
            <p:nvPr/>
          </p:nvSpPr>
          <p:spPr>
            <a:xfrm>
              <a:off x="2416225" y="4482242"/>
              <a:ext cx="747066" cy="258920"/>
            </a:xfrm>
            <a:prstGeom prst="cube">
              <a:avLst>
                <a:gd name="adj" fmla="val 82777"/>
              </a:avLst>
            </a:prstGeom>
            <a:solidFill>
              <a:srgbClr val="B3A711"/>
            </a:solidFill>
            <a:ln>
              <a:noFill/>
            </a:ln>
            <a:effectLst>
              <a:outerShdw blurRad="50800" dist="50800" dir="5400000" algn="ctr" rotWithShape="0">
                <a:srgbClr val="000000">
                  <a:alpha val="4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矩形: 圆角 152">
              <a:extLst>
                <a:ext uri="{FF2B5EF4-FFF2-40B4-BE49-F238E27FC236}">
                  <a16:creationId xmlns:a16="http://schemas.microsoft.com/office/drawing/2014/main" id="{29187286-B678-F198-CCD1-661FC82FBEC6}"/>
                </a:ext>
              </a:extLst>
            </p:cNvPr>
            <p:cNvSpPr/>
            <p:nvPr/>
          </p:nvSpPr>
          <p:spPr>
            <a:xfrm>
              <a:off x="-884767" y="4406226"/>
              <a:ext cx="2187347" cy="797817"/>
            </a:xfrm>
            <a:prstGeom prst="roundRect">
              <a:avLst>
                <a:gd name="adj" fmla="val 8276"/>
              </a:avLst>
            </a:prstGeom>
            <a:solidFill>
              <a:schemeClr val="bg1">
                <a:lumMod val="75000"/>
              </a:schemeClr>
            </a:solidFill>
            <a:ln w="19050"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5" name="矩形: 圆角 114">
              <a:extLst>
                <a:ext uri="{FF2B5EF4-FFF2-40B4-BE49-F238E27FC236}">
                  <a16:creationId xmlns:a16="http://schemas.microsoft.com/office/drawing/2014/main" id="{2F0D46C8-735B-CBB7-DE19-81190DB79426}"/>
                </a:ext>
              </a:extLst>
            </p:cNvPr>
            <p:cNvSpPr/>
            <p:nvPr/>
          </p:nvSpPr>
          <p:spPr>
            <a:xfrm>
              <a:off x="128104" y="5261511"/>
              <a:ext cx="1240655" cy="1200701"/>
            </a:xfrm>
            <a:prstGeom prst="roundRect">
              <a:avLst>
                <a:gd name="adj" fmla="val 8276"/>
              </a:avLst>
            </a:prstGeom>
            <a:solidFill>
              <a:schemeClr val="bg1">
                <a:lumMod val="75000"/>
              </a:schemeClr>
            </a:solidFill>
            <a:ln w="19050">
              <a:noFill/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C087911-E841-C8A7-9AAC-4D24C3E7CE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1094153" y="1187299"/>
              <a:ext cx="1705984" cy="1510318"/>
            </a:xfrm>
            <a:prstGeom prst="rect">
              <a:avLst/>
            </a:prstGeom>
            <a:blipFill dpi="0"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F1889FF4-03EA-2597-3ECE-2A914C26B519}"/>
                </a:ext>
              </a:extLst>
            </p:cNvPr>
            <p:cNvSpPr>
              <a:spLocks/>
            </p:cNvSpPr>
            <p:nvPr/>
          </p:nvSpPr>
          <p:spPr>
            <a:xfrm>
              <a:off x="15924271" y="1193083"/>
              <a:ext cx="1706400" cy="1512000"/>
            </a:xfrm>
            <a:prstGeom prst="rect">
              <a:avLst/>
            </a:pr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3E9BDEDC-7C01-6430-1815-062182A90216}"/>
                </a:ext>
              </a:extLst>
            </p:cNvPr>
            <p:cNvSpPr/>
            <p:nvPr/>
          </p:nvSpPr>
          <p:spPr>
            <a:xfrm>
              <a:off x="864142" y="1116238"/>
              <a:ext cx="476766" cy="1663700"/>
            </a:xfrm>
            <a:prstGeom prst="roundRect">
              <a:avLst>
                <a:gd name="adj" fmla="val 8676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35E37E5F-DAD9-6F44-C891-D6078BB96CDC}"/>
                </a:ext>
              </a:extLst>
            </p:cNvPr>
            <p:cNvSpPr txBox="1"/>
            <p:nvPr/>
          </p:nvSpPr>
          <p:spPr>
            <a:xfrm rot="16200000">
              <a:off x="473875" y="1748033"/>
              <a:ext cx="12573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 3×3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487495DF-D4B4-9731-9770-F8B83667A36E}"/>
                </a:ext>
              </a:extLst>
            </p:cNvPr>
            <p:cNvCxnSpPr>
              <a:cxnSpLocks/>
              <a:stCxn id="16" idx="3"/>
              <a:endCxn id="47" idx="1"/>
            </p:cNvCxnSpPr>
            <p:nvPr/>
          </p:nvCxnSpPr>
          <p:spPr>
            <a:xfrm>
              <a:off x="611831" y="1942458"/>
              <a:ext cx="252311" cy="563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FF4D3DBB-C2FF-593D-2BDF-60B5A1667E25}"/>
                </a:ext>
              </a:extLst>
            </p:cNvPr>
            <p:cNvSpPr/>
            <p:nvPr/>
          </p:nvSpPr>
          <p:spPr>
            <a:xfrm>
              <a:off x="1571884" y="-727834"/>
              <a:ext cx="13342930" cy="4334025"/>
            </a:xfrm>
            <a:prstGeom prst="roundRect">
              <a:avLst>
                <a:gd name="adj" fmla="val 2447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4F2870DD-7DDF-A8BC-8467-CDF823FE9AD2}"/>
                </a:ext>
              </a:extLst>
            </p:cNvPr>
            <p:cNvSpPr/>
            <p:nvPr/>
          </p:nvSpPr>
          <p:spPr>
            <a:xfrm>
              <a:off x="13698567" y="1118065"/>
              <a:ext cx="476766" cy="1663700"/>
            </a:xfrm>
            <a:prstGeom prst="roundRect">
              <a:avLst>
                <a:gd name="adj" fmla="val 8676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B5ED7CDB-C543-3BDE-34E8-E506E25E40CF}"/>
                </a:ext>
              </a:extLst>
            </p:cNvPr>
            <p:cNvSpPr txBox="1"/>
            <p:nvPr/>
          </p:nvSpPr>
          <p:spPr>
            <a:xfrm rot="16200000">
              <a:off x="13308300" y="1794132"/>
              <a:ext cx="12573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 3×3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71141470-86CC-F67E-4681-9CEA86D38F9E}"/>
                </a:ext>
              </a:extLst>
            </p:cNvPr>
            <p:cNvSpPr/>
            <p:nvPr/>
          </p:nvSpPr>
          <p:spPr>
            <a:xfrm>
              <a:off x="15023833" y="985545"/>
              <a:ext cx="567874" cy="1921228"/>
            </a:xfrm>
            <a:prstGeom prst="roundRect">
              <a:avLst>
                <a:gd name="adj" fmla="val 8676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248B69B8-837F-C7EE-1568-15D7DE8D78E6}"/>
                </a:ext>
              </a:extLst>
            </p:cNvPr>
            <p:cNvSpPr txBox="1"/>
            <p:nvPr/>
          </p:nvSpPr>
          <p:spPr>
            <a:xfrm rot="16200000">
              <a:off x="14514878" y="1707147"/>
              <a:ext cx="15857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Reconstruct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4BE118C8-C67A-FAE2-29AE-B01A9BE7113B}"/>
                </a:ext>
              </a:extLst>
            </p:cNvPr>
            <p:cNvSpPr/>
            <p:nvPr/>
          </p:nvSpPr>
          <p:spPr>
            <a:xfrm>
              <a:off x="14466099" y="1763512"/>
              <a:ext cx="339694" cy="3693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0" name="直接箭头连接符 59">
              <a:extLst>
                <a:ext uri="{FF2B5EF4-FFF2-40B4-BE49-F238E27FC236}">
                  <a16:creationId xmlns:a16="http://schemas.microsoft.com/office/drawing/2014/main" id="{8EFC8FF2-5652-D12F-C7FE-11D38ED1CC06}"/>
                </a:ext>
              </a:extLst>
            </p:cNvPr>
            <p:cNvCxnSpPr>
              <a:stCxn id="58" idx="6"/>
              <a:endCxn id="56" idx="1"/>
            </p:cNvCxnSpPr>
            <p:nvPr/>
          </p:nvCxnSpPr>
          <p:spPr>
            <a:xfrm flipV="1">
              <a:off x="14805793" y="1946159"/>
              <a:ext cx="218040" cy="20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06CA52F9-8202-00AA-C729-DD037A7CCBEB}"/>
                </a:ext>
              </a:extLst>
            </p:cNvPr>
            <p:cNvCxnSpPr>
              <a:stCxn id="56" idx="3"/>
              <a:endCxn id="24" idx="1"/>
            </p:cNvCxnSpPr>
            <p:nvPr/>
          </p:nvCxnSpPr>
          <p:spPr>
            <a:xfrm>
              <a:off x="15591707" y="1946159"/>
              <a:ext cx="332564" cy="292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矩形: 圆角 69">
              <a:extLst>
                <a:ext uri="{FF2B5EF4-FFF2-40B4-BE49-F238E27FC236}">
                  <a16:creationId xmlns:a16="http://schemas.microsoft.com/office/drawing/2014/main" id="{895D1AD3-674C-FE87-A087-E82675CE167E}"/>
                </a:ext>
              </a:extLst>
            </p:cNvPr>
            <p:cNvSpPr/>
            <p:nvPr/>
          </p:nvSpPr>
          <p:spPr>
            <a:xfrm>
              <a:off x="2372443" y="1121631"/>
              <a:ext cx="476766" cy="1663700"/>
            </a:xfrm>
            <a:prstGeom prst="roundRect">
              <a:avLst>
                <a:gd name="adj" fmla="val 8676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CE4A2C09-1985-5F55-4287-11B3C7888E05}"/>
                </a:ext>
              </a:extLst>
            </p:cNvPr>
            <p:cNvSpPr txBox="1"/>
            <p:nvPr/>
          </p:nvSpPr>
          <p:spPr>
            <a:xfrm rot="16200000">
              <a:off x="1982176" y="1672658"/>
              <a:ext cx="12573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Norm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矩形: 圆角 71">
              <a:extLst>
                <a:ext uri="{FF2B5EF4-FFF2-40B4-BE49-F238E27FC236}">
                  <a16:creationId xmlns:a16="http://schemas.microsoft.com/office/drawing/2014/main" id="{FC6F5F5E-86CC-50DE-2562-0EA8D21BE638}"/>
                </a:ext>
              </a:extLst>
            </p:cNvPr>
            <p:cNvSpPr/>
            <p:nvPr/>
          </p:nvSpPr>
          <p:spPr>
            <a:xfrm>
              <a:off x="3044927" y="1121631"/>
              <a:ext cx="788885" cy="1663700"/>
            </a:xfrm>
            <a:prstGeom prst="roundRect">
              <a:avLst>
                <a:gd name="adj" fmla="val 8676"/>
              </a:avLst>
            </a:prstGeom>
            <a:solidFill>
              <a:srgbClr val="C1BBFD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46D1BE99-0BF8-A70B-25BD-C838BFC89DB4}"/>
                </a:ext>
              </a:extLst>
            </p:cNvPr>
            <p:cNvSpPr txBox="1"/>
            <p:nvPr/>
          </p:nvSpPr>
          <p:spPr>
            <a:xfrm rot="16200000">
              <a:off x="2663489" y="1611306"/>
              <a:ext cx="155589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Focal</a:t>
              </a:r>
            </a:p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modulation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5" name="直接箭头连接符 74">
              <a:extLst>
                <a:ext uri="{FF2B5EF4-FFF2-40B4-BE49-F238E27FC236}">
                  <a16:creationId xmlns:a16="http://schemas.microsoft.com/office/drawing/2014/main" id="{8BC5F7EF-EBF5-E67B-345B-E07D3CE54506}"/>
                </a:ext>
              </a:extLst>
            </p:cNvPr>
            <p:cNvCxnSpPr>
              <a:stCxn id="47" idx="3"/>
              <a:endCxn id="70" idx="1"/>
            </p:cNvCxnSpPr>
            <p:nvPr/>
          </p:nvCxnSpPr>
          <p:spPr>
            <a:xfrm>
              <a:off x="1340908" y="1948088"/>
              <a:ext cx="1031535" cy="539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箭头连接符 84">
              <a:extLst>
                <a:ext uri="{FF2B5EF4-FFF2-40B4-BE49-F238E27FC236}">
                  <a16:creationId xmlns:a16="http://schemas.microsoft.com/office/drawing/2014/main" id="{E0E313C0-94B2-4B36-91FC-4780B3460B6D}"/>
                </a:ext>
              </a:extLst>
            </p:cNvPr>
            <p:cNvCxnSpPr>
              <a:stCxn id="70" idx="3"/>
              <a:endCxn id="72" idx="1"/>
            </p:cNvCxnSpPr>
            <p:nvPr/>
          </p:nvCxnSpPr>
          <p:spPr>
            <a:xfrm>
              <a:off x="2849209" y="1953481"/>
              <a:ext cx="19571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椭圆 85">
              <a:extLst>
                <a:ext uri="{FF2B5EF4-FFF2-40B4-BE49-F238E27FC236}">
                  <a16:creationId xmlns:a16="http://schemas.microsoft.com/office/drawing/2014/main" id="{DB2A6A39-BE58-127A-56E0-05B4AAEB3481}"/>
                </a:ext>
              </a:extLst>
            </p:cNvPr>
            <p:cNvSpPr/>
            <p:nvPr/>
          </p:nvSpPr>
          <p:spPr>
            <a:xfrm>
              <a:off x="3983867" y="1768816"/>
              <a:ext cx="339694" cy="3693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8" name="连接符: 肘形 87">
              <a:extLst>
                <a:ext uri="{FF2B5EF4-FFF2-40B4-BE49-F238E27FC236}">
                  <a16:creationId xmlns:a16="http://schemas.microsoft.com/office/drawing/2014/main" id="{77ADBCCF-6326-1FAD-ADBF-DCDA9B8B36D3}"/>
                </a:ext>
              </a:extLst>
            </p:cNvPr>
            <p:cNvCxnSpPr>
              <a:cxnSpLocks/>
              <a:endCxn id="86" idx="4"/>
            </p:cNvCxnSpPr>
            <p:nvPr/>
          </p:nvCxnSpPr>
          <p:spPr>
            <a:xfrm>
              <a:off x="1757149" y="1953481"/>
              <a:ext cx="2396565" cy="184667"/>
            </a:xfrm>
            <a:prstGeom prst="bentConnector4">
              <a:avLst>
                <a:gd name="adj1" fmla="val 19085"/>
                <a:gd name="adj2" fmla="val 591722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箭头连接符 91">
              <a:extLst>
                <a:ext uri="{FF2B5EF4-FFF2-40B4-BE49-F238E27FC236}">
                  <a16:creationId xmlns:a16="http://schemas.microsoft.com/office/drawing/2014/main" id="{AB152DC9-F0E9-02F9-31B1-E25D4582BBD2}"/>
                </a:ext>
              </a:extLst>
            </p:cNvPr>
            <p:cNvCxnSpPr>
              <a:stCxn id="72" idx="3"/>
              <a:endCxn id="86" idx="2"/>
            </p:cNvCxnSpPr>
            <p:nvPr/>
          </p:nvCxnSpPr>
          <p:spPr>
            <a:xfrm>
              <a:off x="3833812" y="1953481"/>
              <a:ext cx="150055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矩形: 圆角 96">
              <a:extLst>
                <a:ext uri="{FF2B5EF4-FFF2-40B4-BE49-F238E27FC236}">
                  <a16:creationId xmlns:a16="http://schemas.microsoft.com/office/drawing/2014/main" id="{4D05B7B1-C130-A553-3D65-2A0866C83838}"/>
                </a:ext>
              </a:extLst>
            </p:cNvPr>
            <p:cNvSpPr/>
            <p:nvPr/>
          </p:nvSpPr>
          <p:spPr>
            <a:xfrm>
              <a:off x="4526543" y="1121631"/>
              <a:ext cx="476766" cy="1663700"/>
            </a:xfrm>
            <a:prstGeom prst="roundRect">
              <a:avLst>
                <a:gd name="adj" fmla="val 8676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D425A1EE-6478-2243-6C0A-E101E2E163C2}"/>
                </a:ext>
              </a:extLst>
            </p:cNvPr>
            <p:cNvSpPr txBox="1"/>
            <p:nvPr/>
          </p:nvSpPr>
          <p:spPr>
            <a:xfrm rot="16200000">
              <a:off x="4136276" y="1672658"/>
              <a:ext cx="12573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Norm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0" name="直接箭头连接符 99">
              <a:extLst>
                <a:ext uri="{FF2B5EF4-FFF2-40B4-BE49-F238E27FC236}">
                  <a16:creationId xmlns:a16="http://schemas.microsoft.com/office/drawing/2014/main" id="{94BF9AD8-EFE3-7CA9-0E1A-7266F45AE72F}"/>
                </a:ext>
              </a:extLst>
            </p:cNvPr>
            <p:cNvCxnSpPr>
              <a:cxnSpLocks/>
              <a:stCxn id="86" idx="6"/>
              <a:endCxn id="97" idx="1"/>
            </p:cNvCxnSpPr>
            <p:nvPr/>
          </p:nvCxnSpPr>
          <p:spPr>
            <a:xfrm flipV="1">
              <a:off x="4323561" y="1953481"/>
              <a:ext cx="202982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67433A82-D034-4478-FA3C-A37134D4EBF1}"/>
                </a:ext>
              </a:extLst>
            </p:cNvPr>
            <p:cNvSpPr/>
            <p:nvPr/>
          </p:nvSpPr>
          <p:spPr>
            <a:xfrm>
              <a:off x="5191960" y="1121631"/>
              <a:ext cx="611033" cy="1663700"/>
            </a:xfrm>
            <a:prstGeom prst="roundRect">
              <a:avLst>
                <a:gd name="adj" fmla="val 8676"/>
              </a:avLst>
            </a:prstGeom>
            <a:solidFill>
              <a:srgbClr val="EEECC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4558D937-ED27-CFB2-B3EE-226622D6DEA3}"/>
                </a:ext>
              </a:extLst>
            </p:cNvPr>
            <p:cNvSpPr txBox="1"/>
            <p:nvPr/>
          </p:nvSpPr>
          <p:spPr>
            <a:xfrm rot="16200000">
              <a:off x="4998757" y="1534649"/>
              <a:ext cx="97567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</a:p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FFN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7E666E5F-78D0-E529-6F66-49C088AC2446}"/>
                </a:ext>
              </a:extLst>
            </p:cNvPr>
            <p:cNvCxnSpPr>
              <a:cxnSpLocks/>
              <a:stCxn id="97" idx="3"/>
              <a:endCxn id="103" idx="1"/>
            </p:cNvCxnSpPr>
            <p:nvPr/>
          </p:nvCxnSpPr>
          <p:spPr>
            <a:xfrm>
              <a:off x="5003309" y="1953481"/>
              <a:ext cx="1886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29EF6CF8-141A-1CEE-5C93-F124D87B195C}"/>
                </a:ext>
              </a:extLst>
            </p:cNvPr>
            <p:cNvSpPr/>
            <p:nvPr/>
          </p:nvSpPr>
          <p:spPr>
            <a:xfrm>
              <a:off x="6038654" y="1768815"/>
              <a:ext cx="339694" cy="3693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9" name="连接符: 肘形 108">
              <a:extLst>
                <a:ext uri="{FF2B5EF4-FFF2-40B4-BE49-F238E27FC236}">
                  <a16:creationId xmlns:a16="http://schemas.microsoft.com/office/drawing/2014/main" id="{80E10996-6B41-2242-B3A6-D4CE11B80251}"/>
                </a:ext>
              </a:extLst>
            </p:cNvPr>
            <p:cNvCxnSpPr>
              <a:cxnSpLocks/>
              <a:stCxn id="86" idx="6"/>
              <a:endCxn id="108" idx="4"/>
            </p:cNvCxnSpPr>
            <p:nvPr/>
          </p:nvCxnSpPr>
          <p:spPr>
            <a:xfrm>
              <a:off x="4323561" y="1953482"/>
              <a:ext cx="1884940" cy="184665"/>
            </a:xfrm>
            <a:prstGeom prst="bentConnector4">
              <a:avLst>
                <a:gd name="adj1" fmla="val 4986"/>
                <a:gd name="adj2" fmla="val 58743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直接箭头连接符 116">
              <a:extLst>
                <a:ext uri="{FF2B5EF4-FFF2-40B4-BE49-F238E27FC236}">
                  <a16:creationId xmlns:a16="http://schemas.microsoft.com/office/drawing/2014/main" id="{F8D2CFBF-4239-C758-66DE-E3F138BFDD4D}"/>
                </a:ext>
              </a:extLst>
            </p:cNvPr>
            <p:cNvCxnSpPr>
              <a:cxnSpLocks/>
              <a:stCxn id="103" idx="3"/>
              <a:endCxn id="108" idx="2"/>
            </p:cNvCxnSpPr>
            <p:nvPr/>
          </p:nvCxnSpPr>
          <p:spPr>
            <a:xfrm>
              <a:off x="5802993" y="1953481"/>
              <a:ext cx="23566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id="{7F15C56D-CAA5-EAB4-CB43-0BF31DA44412}"/>
                </a:ext>
              </a:extLst>
            </p:cNvPr>
            <p:cNvSpPr/>
            <p:nvPr/>
          </p:nvSpPr>
          <p:spPr>
            <a:xfrm>
              <a:off x="6528354" y="1768815"/>
              <a:ext cx="339694" cy="3693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`</a:t>
              </a:r>
              <a:endParaRPr lang="zh-CN" altLang="en-US" dirty="0"/>
            </a:p>
          </p:txBody>
        </p:sp>
        <p:cxnSp>
          <p:nvCxnSpPr>
            <p:cNvPr id="154" name="直接箭头连接符 153">
              <a:extLst>
                <a:ext uri="{FF2B5EF4-FFF2-40B4-BE49-F238E27FC236}">
                  <a16:creationId xmlns:a16="http://schemas.microsoft.com/office/drawing/2014/main" id="{12B6ABC2-3313-8DD5-A886-4A4BFF779C3E}"/>
                </a:ext>
              </a:extLst>
            </p:cNvPr>
            <p:cNvCxnSpPr>
              <a:stCxn id="108" idx="6"/>
              <a:endCxn id="145" idx="2"/>
            </p:cNvCxnSpPr>
            <p:nvPr/>
          </p:nvCxnSpPr>
          <p:spPr>
            <a:xfrm>
              <a:off x="6378348" y="1953481"/>
              <a:ext cx="15000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矩形: 圆角 163">
              <a:extLst>
                <a:ext uri="{FF2B5EF4-FFF2-40B4-BE49-F238E27FC236}">
                  <a16:creationId xmlns:a16="http://schemas.microsoft.com/office/drawing/2014/main" id="{17D9BAFC-0E7C-8DD0-5036-FB61231DFF10}"/>
                </a:ext>
              </a:extLst>
            </p:cNvPr>
            <p:cNvSpPr/>
            <p:nvPr/>
          </p:nvSpPr>
          <p:spPr>
            <a:xfrm>
              <a:off x="7185457" y="1124605"/>
              <a:ext cx="476766" cy="1663700"/>
            </a:xfrm>
            <a:prstGeom prst="roundRect">
              <a:avLst>
                <a:gd name="adj" fmla="val 8676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5" name="文本框 164">
              <a:extLst>
                <a:ext uri="{FF2B5EF4-FFF2-40B4-BE49-F238E27FC236}">
                  <a16:creationId xmlns:a16="http://schemas.microsoft.com/office/drawing/2014/main" id="{BA70F977-0A54-4945-4787-B272983E24BD}"/>
                </a:ext>
              </a:extLst>
            </p:cNvPr>
            <p:cNvSpPr txBox="1"/>
            <p:nvPr/>
          </p:nvSpPr>
          <p:spPr>
            <a:xfrm rot="16200000">
              <a:off x="6795846" y="1672658"/>
              <a:ext cx="12573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Norm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6" name="矩形: 圆角 165">
              <a:extLst>
                <a:ext uri="{FF2B5EF4-FFF2-40B4-BE49-F238E27FC236}">
                  <a16:creationId xmlns:a16="http://schemas.microsoft.com/office/drawing/2014/main" id="{99F42F8F-B6D7-236E-123D-CBB841600131}"/>
                </a:ext>
              </a:extLst>
            </p:cNvPr>
            <p:cNvSpPr/>
            <p:nvPr/>
          </p:nvSpPr>
          <p:spPr>
            <a:xfrm>
              <a:off x="7858597" y="1121631"/>
              <a:ext cx="788885" cy="1663700"/>
            </a:xfrm>
            <a:prstGeom prst="roundRect">
              <a:avLst>
                <a:gd name="adj" fmla="val 8676"/>
              </a:avLst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7" name="文本框 166">
              <a:extLst>
                <a:ext uri="{FF2B5EF4-FFF2-40B4-BE49-F238E27FC236}">
                  <a16:creationId xmlns:a16="http://schemas.microsoft.com/office/drawing/2014/main" id="{A67FF235-8720-9D8E-0606-257D7CD6E5D0}"/>
                </a:ext>
              </a:extLst>
            </p:cNvPr>
            <p:cNvSpPr txBox="1"/>
            <p:nvPr/>
          </p:nvSpPr>
          <p:spPr>
            <a:xfrm rot="16200000">
              <a:off x="7477159" y="1703640"/>
              <a:ext cx="155589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ST-SM</a:t>
              </a:r>
              <a:endPara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68" name="直接箭头连接符 167">
              <a:extLst>
                <a:ext uri="{FF2B5EF4-FFF2-40B4-BE49-F238E27FC236}">
                  <a16:creationId xmlns:a16="http://schemas.microsoft.com/office/drawing/2014/main" id="{01F81AFD-6FB9-2FB4-336C-CFA528042306}"/>
                </a:ext>
              </a:extLst>
            </p:cNvPr>
            <p:cNvCxnSpPr>
              <a:stCxn id="164" idx="3"/>
              <a:endCxn id="166" idx="1"/>
            </p:cNvCxnSpPr>
            <p:nvPr/>
          </p:nvCxnSpPr>
          <p:spPr>
            <a:xfrm flipV="1">
              <a:off x="7662223" y="1953481"/>
              <a:ext cx="196374" cy="297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CECF7813-F98D-5EBA-80F4-206E37F0A023}"/>
                </a:ext>
              </a:extLst>
            </p:cNvPr>
            <p:cNvSpPr/>
            <p:nvPr/>
          </p:nvSpPr>
          <p:spPr>
            <a:xfrm>
              <a:off x="8797537" y="1768816"/>
              <a:ext cx="339694" cy="3693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0" name="直接箭头连接符 169">
              <a:extLst>
                <a:ext uri="{FF2B5EF4-FFF2-40B4-BE49-F238E27FC236}">
                  <a16:creationId xmlns:a16="http://schemas.microsoft.com/office/drawing/2014/main" id="{1F127B26-9AB6-2CA4-4BE0-390B03097C60}"/>
                </a:ext>
              </a:extLst>
            </p:cNvPr>
            <p:cNvCxnSpPr>
              <a:stCxn id="166" idx="3"/>
              <a:endCxn id="169" idx="2"/>
            </p:cNvCxnSpPr>
            <p:nvPr/>
          </p:nvCxnSpPr>
          <p:spPr>
            <a:xfrm>
              <a:off x="8647482" y="1953481"/>
              <a:ext cx="150055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矩形: 圆角 170">
              <a:extLst>
                <a:ext uri="{FF2B5EF4-FFF2-40B4-BE49-F238E27FC236}">
                  <a16:creationId xmlns:a16="http://schemas.microsoft.com/office/drawing/2014/main" id="{DCE13307-6894-683F-8CF2-A63F72EB8B93}"/>
                </a:ext>
              </a:extLst>
            </p:cNvPr>
            <p:cNvSpPr/>
            <p:nvPr/>
          </p:nvSpPr>
          <p:spPr>
            <a:xfrm>
              <a:off x="9340213" y="1121631"/>
              <a:ext cx="476766" cy="1663700"/>
            </a:xfrm>
            <a:prstGeom prst="roundRect">
              <a:avLst>
                <a:gd name="adj" fmla="val 8676"/>
              </a:avLst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2" name="文本框 171">
              <a:extLst>
                <a:ext uri="{FF2B5EF4-FFF2-40B4-BE49-F238E27FC236}">
                  <a16:creationId xmlns:a16="http://schemas.microsoft.com/office/drawing/2014/main" id="{08175E3B-6A7F-0F5B-96D2-F73A64E335CF}"/>
                </a:ext>
              </a:extLst>
            </p:cNvPr>
            <p:cNvSpPr txBox="1"/>
            <p:nvPr/>
          </p:nvSpPr>
          <p:spPr>
            <a:xfrm rot="16200000">
              <a:off x="8949946" y="1672658"/>
              <a:ext cx="12573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Norm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3" name="直接箭头连接符 172">
              <a:extLst>
                <a:ext uri="{FF2B5EF4-FFF2-40B4-BE49-F238E27FC236}">
                  <a16:creationId xmlns:a16="http://schemas.microsoft.com/office/drawing/2014/main" id="{2777F52E-086B-500E-4245-BD1A1D0B323C}"/>
                </a:ext>
              </a:extLst>
            </p:cNvPr>
            <p:cNvCxnSpPr>
              <a:cxnSpLocks/>
              <a:stCxn id="169" idx="6"/>
              <a:endCxn id="171" idx="1"/>
            </p:cNvCxnSpPr>
            <p:nvPr/>
          </p:nvCxnSpPr>
          <p:spPr>
            <a:xfrm flipV="1">
              <a:off x="9137231" y="1953481"/>
              <a:ext cx="202982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直接箭头连接符 175">
              <a:extLst>
                <a:ext uri="{FF2B5EF4-FFF2-40B4-BE49-F238E27FC236}">
                  <a16:creationId xmlns:a16="http://schemas.microsoft.com/office/drawing/2014/main" id="{A351C5C2-53EE-9C6C-70F1-1112BB7B8179}"/>
                </a:ext>
              </a:extLst>
            </p:cNvPr>
            <p:cNvCxnSpPr>
              <a:cxnSpLocks/>
              <a:stCxn id="171" idx="3"/>
            </p:cNvCxnSpPr>
            <p:nvPr/>
          </p:nvCxnSpPr>
          <p:spPr>
            <a:xfrm>
              <a:off x="9816979" y="1953481"/>
              <a:ext cx="1886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7" name="椭圆 176">
              <a:extLst>
                <a:ext uri="{FF2B5EF4-FFF2-40B4-BE49-F238E27FC236}">
                  <a16:creationId xmlns:a16="http://schemas.microsoft.com/office/drawing/2014/main" id="{5B7DE0B3-0568-4046-2487-C2314C884E15}"/>
                </a:ext>
              </a:extLst>
            </p:cNvPr>
            <p:cNvSpPr/>
            <p:nvPr/>
          </p:nvSpPr>
          <p:spPr>
            <a:xfrm>
              <a:off x="10758405" y="1777158"/>
              <a:ext cx="339694" cy="3693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0A73B84C-7F74-C463-FCE2-DC314AEF3404}"/>
                </a:ext>
              </a:extLst>
            </p:cNvPr>
            <p:cNvCxnSpPr>
              <a:cxnSpLocks/>
              <a:endCxn id="177" idx="2"/>
            </p:cNvCxnSpPr>
            <p:nvPr/>
          </p:nvCxnSpPr>
          <p:spPr>
            <a:xfrm>
              <a:off x="10616714" y="1961824"/>
              <a:ext cx="14169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椭圆 181">
              <a:extLst>
                <a:ext uri="{FF2B5EF4-FFF2-40B4-BE49-F238E27FC236}">
                  <a16:creationId xmlns:a16="http://schemas.microsoft.com/office/drawing/2014/main" id="{6199FA6A-61DB-D292-4BA3-4F2F9FD9D6DE}"/>
                </a:ext>
              </a:extLst>
            </p:cNvPr>
            <p:cNvSpPr/>
            <p:nvPr/>
          </p:nvSpPr>
          <p:spPr>
            <a:xfrm>
              <a:off x="11295641" y="1778058"/>
              <a:ext cx="339694" cy="369332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`</a:t>
              </a:r>
              <a:endParaRPr lang="zh-CN" altLang="en-US" dirty="0"/>
            </a:p>
          </p:txBody>
        </p:sp>
        <p:cxnSp>
          <p:nvCxnSpPr>
            <p:cNvPr id="184" name="直接箭头连接符 183">
              <a:extLst>
                <a:ext uri="{FF2B5EF4-FFF2-40B4-BE49-F238E27FC236}">
                  <a16:creationId xmlns:a16="http://schemas.microsoft.com/office/drawing/2014/main" id="{E42C5A9E-7A87-A642-92BA-FDBE27B0576F}"/>
                </a:ext>
              </a:extLst>
            </p:cNvPr>
            <p:cNvCxnSpPr>
              <a:stCxn id="177" idx="6"/>
              <a:endCxn id="182" idx="2"/>
            </p:cNvCxnSpPr>
            <p:nvPr/>
          </p:nvCxnSpPr>
          <p:spPr>
            <a:xfrm>
              <a:off x="11098099" y="1961824"/>
              <a:ext cx="197542" cy="90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直接箭头连接符 193">
              <a:extLst>
                <a:ext uri="{FF2B5EF4-FFF2-40B4-BE49-F238E27FC236}">
                  <a16:creationId xmlns:a16="http://schemas.microsoft.com/office/drawing/2014/main" id="{100CDDFF-C3CE-B3B2-5542-68E34A8D5B84}"/>
                </a:ext>
              </a:extLst>
            </p:cNvPr>
            <p:cNvCxnSpPr>
              <a:stCxn id="145" idx="6"/>
              <a:endCxn id="164" idx="1"/>
            </p:cNvCxnSpPr>
            <p:nvPr/>
          </p:nvCxnSpPr>
          <p:spPr>
            <a:xfrm>
              <a:off x="6868048" y="1953481"/>
              <a:ext cx="317409" cy="297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连接符: 肘形 214">
              <a:extLst>
                <a:ext uri="{FF2B5EF4-FFF2-40B4-BE49-F238E27FC236}">
                  <a16:creationId xmlns:a16="http://schemas.microsoft.com/office/drawing/2014/main" id="{D350DA2E-F69C-0D00-EA54-8F2F05A3F048}"/>
                </a:ext>
              </a:extLst>
            </p:cNvPr>
            <p:cNvCxnSpPr>
              <a:cxnSpLocks/>
              <a:endCxn id="169" idx="4"/>
            </p:cNvCxnSpPr>
            <p:nvPr/>
          </p:nvCxnSpPr>
          <p:spPr>
            <a:xfrm>
              <a:off x="7002477" y="1954968"/>
              <a:ext cx="1964907" cy="183180"/>
            </a:xfrm>
            <a:prstGeom prst="bentConnector4">
              <a:avLst>
                <a:gd name="adj1" fmla="val 2050"/>
                <a:gd name="adj2" fmla="val 585316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连接符: 肘形 225">
              <a:extLst>
                <a:ext uri="{FF2B5EF4-FFF2-40B4-BE49-F238E27FC236}">
                  <a16:creationId xmlns:a16="http://schemas.microsoft.com/office/drawing/2014/main" id="{37C6E9EC-21FC-937A-E835-B547E2DEFB59}"/>
                </a:ext>
              </a:extLst>
            </p:cNvPr>
            <p:cNvCxnSpPr>
              <a:cxnSpLocks/>
              <a:stCxn id="250" idx="3"/>
              <a:endCxn id="177" idx="4"/>
            </p:cNvCxnSpPr>
            <p:nvPr/>
          </p:nvCxnSpPr>
          <p:spPr>
            <a:xfrm>
              <a:off x="9243965" y="1954968"/>
              <a:ext cx="1684287" cy="191522"/>
            </a:xfrm>
            <a:prstGeom prst="bentConnector4">
              <a:avLst>
                <a:gd name="adj1" fmla="val -1415"/>
                <a:gd name="adj2" fmla="val 564177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直接箭头连接符 233">
              <a:extLst>
                <a:ext uri="{FF2B5EF4-FFF2-40B4-BE49-F238E27FC236}">
                  <a16:creationId xmlns:a16="http://schemas.microsoft.com/office/drawing/2014/main" id="{CB610380-B5F6-E8C2-6B51-B5F2656115CA}"/>
                </a:ext>
              </a:extLst>
            </p:cNvPr>
            <p:cNvCxnSpPr>
              <a:stCxn id="54" idx="3"/>
              <a:endCxn id="58" idx="2"/>
            </p:cNvCxnSpPr>
            <p:nvPr/>
          </p:nvCxnSpPr>
          <p:spPr>
            <a:xfrm flipV="1">
              <a:off x="14175333" y="1948178"/>
              <a:ext cx="290766" cy="173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连接符: 肘形 239">
              <a:extLst>
                <a:ext uri="{FF2B5EF4-FFF2-40B4-BE49-F238E27FC236}">
                  <a16:creationId xmlns:a16="http://schemas.microsoft.com/office/drawing/2014/main" id="{65A998C5-A9B0-4516-D5FA-B12C8C133A13}"/>
                </a:ext>
              </a:extLst>
            </p:cNvPr>
            <p:cNvCxnSpPr>
              <a:cxnSpLocks/>
              <a:endCxn id="58" idx="0"/>
            </p:cNvCxnSpPr>
            <p:nvPr/>
          </p:nvCxnSpPr>
          <p:spPr>
            <a:xfrm flipV="1">
              <a:off x="1712642" y="1763512"/>
              <a:ext cx="12923304" cy="185571"/>
            </a:xfrm>
            <a:prstGeom prst="bentConnector4">
              <a:avLst>
                <a:gd name="adj1" fmla="val 521"/>
                <a:gd name="adj2" fmla="val 1229216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文本框 246">
              <a:extLst>
                <a:ext uri="{FF2B5EF4-FFF2-40B4-BE49-F238E27FC236}">
                  <a16:creationId xmlns:a16="http://schemas.microsoft.com/office/drawing/2014/main" id="{789A1739-F5CB-F386-BD70-A3BE3D4E0591}"/>
                </a:ext>
              </a:extLst>
            </p:cNvPr>
            <p:cNvSpPr txBox="1"/>
            <p:nvPr/>
          </p:nvSpPr>
          <p:spPr>
            <a:xfrm>
              <a:off x="3929118" y="1601062"/>
              <a:ext cx="5042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8" name="文本框 247">
              <a:extLst>
                <a:ext uri="{FF2B5EF4-FFF2-40B4-BE49-F238E27FC236}">
                  <a16:creationId xmlns:a16="http://schemas.microsoft.com/office/drawing/2014/main" id="{FD218CBD-78A2-E845-E2B4-2DC84ED1004C}"/>
                </a:ext>
              </a:extLst>
            </p:cNvPr>
            <p:cNvSpPr txBox="1"/>
            <p:nvPr/>
          </p:nvSpPr>
          <p:spPr>
            <a:xfrm>
              <a:off x="5999449" y="1601062"/>
              <a:ext cx="5042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9" name="文本框 248">
              <a:extLst>
                <a:ext uri="{FF2B5EF4-FFF2-40B4-BE49-F238E27FC236}">
                  <a16:creationId xmlns:a16="http://schemas.microsoft.com/office/drawing/2014/main" id="{8AB8B0A5-654F-F573-1651-D9741AFAD433}"/>
                </a:ext>
              </a:extLst>
            </p:cNvPr>
            <p:cNvSpPr txBox="1"/>
            <p:nvPr/>
          </p:nvSpPr>
          <p:spPr>
            <a:xfrm>
              <a:off x="6478412" y="1608892"/>
              <a:ext cx="5042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0" name="文本框 249">
              <a:extLst>
                <a:ext uri="{FF2B5EF4-FFF2-40B4-BE49-F238E27FC236}">
                  <a16:creationId xmlns:a16="http://schemas.microsoft.com/office/drawing/2014/main" id="{732BB698-815B-1910-4856-A243B41A25CA}"/>
                </a:ext>
              </a:extLst>
            </p:cNvPr>
            <p:cNvSpPr txBox="1"/>
            <p:nvPr/>
          </p:nvSpPr>
          <p:spPr>
            <a:xfrm>
              <a:off x="8739731" y="1631802"/>
              <a:ext cx="5042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1" name="文本框 250">
              <a:extLst>
                <a:ext uri="{FF2B5EF4-FFF2-40B4-BE49-F238E27FC236}">
                  <a16:creationId xmlns:a16="http://schemas.microsoft.com/office/drawing/2014/main" id="{2372F93B-F483-1751-0D05-33AE373E2997}"/>
                </a:ext>
              </a:extLst>
            </p:cNvPr>
            <p:cNvSpPr txBox="1"/>
            <p:nvPr/>
          </p:nvSpPr>
          <p:spPr>
            <a:xfrm>
              <a:off x="10702277" y="1633264"/>
              <a:ext cx="5042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2" name="文本框 251">
              <a:extLst>
                <a:ext uri="{FF2B5EF4-FFF2-40B4-BE49-F238E27FC236}">
                  <a16:creationId xmlns:a16="http://schemas.microsoft.com/office/drawing/2014/main" id="{E07D5E89-4FE4-25DB-1197-B462A4127094}"/>
                </a:ext>
              </a:extLst>
            </p:cNvPr>
            <p:cNvSpPr txBox="1"/>
            <p:nvPr/>
          </p:nvSpPr>
          <p:spPr>
            <a:xfrm>
              <a:off x="11247334" y="1640018"/>
              <a:ext cx="2859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3" name="文本框 252">
              <a:extLst>
                <a:ext uri="{FF2B5EF4-FFF2-40B4-BE49-F238E27FC236}">
                  <a16:creationId xmlns:a16="http://schemas.microsoft.com/office/drawing/2014/main" id="{9A9730C2-6190-DDCF-2914-A38E2052A071}"/>
                </a:ext>
              </a:extLst>
            </p:cNvPr>
            <p:cNvSpPr txBox="1"/>
            <p:nvPr/>
          </p:nvSpPr>
          <p:spPr>
            <a:xfrm>
              <a:off x="14410579" y="1608892"/>
              <a:ext cx="5042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zh-CN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5FD4E530-5B14-2A61-CCB4-5FEBA4A4A6E0}"/>
                </a:ext>
              </a:extLst>
            </p:cNvPr>
            <p:cNvSpPr txBox="1"/>
            <p:nvPr/>
          </p:nvSpPr>
          <p:spPr>
            <a:xfrm>
              <a:off x="-754373" y="710498"/>
              <a:ext cx="13662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LQ Image</a:t>
              </a:r>
              <a:endPara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9645383-80DB-BA49-163A-68591B60AAC1}"/>
                </a:ext>
              </a:extLst>
            </p:cNvPr>
            <p:cNvSpPr txBox="1"/>
            <p:nvPr/>
          </p:nvSpPr>
          <p:spPr>
            <a:xfrm>
              <a:off x="16120418" y="704495"/>
              <a:ext cx="13662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HQ Image</a:t>
              </a:r>
              <a:endPara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AB8EE6C-B026-8C98-4FB7-FAE563AE6534}"/>
                    </a:ext>
                  </a:extLst>
                </p:cNvPr>
                <p:cNvSpPr txBox="1"/>
                <p:nvPr/>
              </p:nvSpPr>
              <p:spPr>
                <a:xfrm>
                  <a:off x="-993578" y="2739133"/>
                  <a:ext cx="15618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B×C</a:t>
                  </a:r>
                  <a14:m>
                    <m:oMath xmlns:m="http://schemas.openxmlformats.org/officeDocument/2006/math">
                      <m:r>
                        <a:rPr lang="en-US" altLang="zh-CN" i="1" baseline="-25000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𝑖𝑛</m:t>
                      </m:r>
                    </m:oMath>
                  </a14:m>
                  <a:r>
                    <a:rPr lang="en-US" altLang="zh-CN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×H×W</a:t>
                  </a:r>
                  <a:endParaRPr lang="zh-CN" alt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AB8EE6C-B026-8C98-4FB7-FAE563AE65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993578" y="2739133"/>
                  <a:ext cx="1561803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3125" t="-9836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1B51106D-017C-4DF3-3098-DCBFF7BD3678}"/>
                    </a:ext>
                  </a:extLst>
                </p:cNvPr>
                <p:cNvSpPr txBox="1"/>
                <p:nvPr/>
              </p:nvSpPr>
              <p:spPr>
                <a:xfrm>
                  <a:off x="16068868" y="2722107"/>
                  <a:ext cx="156180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B×C</a:t>
                  </a:r>
                  <a:r>
                    <a:rPr lang="en-US" altLang="zh-CN" i="1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baseline="-25000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ut</m:t>
                      </m:r>
                    </m:oMath>
                  </a14:m>
                  <a:r>
                    <a:rPr lang="en-US" altLang="zh-CN" i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×H×W</a:t>
                  </a:r>
                  <a:endParaRPr lang="zh-CN" alt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5" name="文本框 4">
                  <a:extLst>
                    <a:ext uri="{FF2B5EF4-FFF2-40B4-BE49-F238E27FC236}">
                      <a16:creationId xmlns:a16="http://schemas.microsoft.com/office/drawing/2014/main" id="{1B51106D-017C-4DF3-3098-DCBFF7BD36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68868" y="2722107"/>
                  <a:ext cx="1561803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3516" t="-11667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999E646-E991-8E3B-B1B3-48AA7E496D33}"/>
                </a:ext>
              </a:extLst>
            </p:cNvPr>
            <p:cNvSpPr txBox="1"/>
            <p:nvPr/>
          </p:nvSpPr>
          <p:spPr>
            <a:xfrm>
              <a:off x="9907496" y="2754212"/>
              <a:ext cx="10276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B×N×48</a:t>
              </a:r>
              <a:endPara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660BF718-201A-6556-D91B-071A7C3DD43C}"/>
                </a:ext>
              </a:extLst>
            </p:cNvPr>
            <p:cNvSpPr/>
            <p:nvPr/>
          </p:nvSpPr>
          <p:spPr>
            <a:xfrm>
              <a:off x="10009626" y="1101567"/>
              <a:ext cx="611033" cy="1663700"/>
            </a:xfrm>
            <a:prstGeom prst="roundRect">
              <a:avLst>
                <a:gd name="adj" fmla="val 8676"/>
              </a:avLst>
            </a:prstGeom>
            <a:solidFill>
              <a:srgbClr val="EEECC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0EAB36D8-3BC2-4D7C-916E-80DB4E801B41}"/>
                </a:ext>
              </a:extLst>
            </p:cNvPr>
            <p:cNvSpPr txBox="1"/>
            <p:nvPr/>
          </p:nvSpPr>
          <p:spPr>
            <a:xfrm rot="16200000">
              <a:off x="9816423" y="1514585"/>
              <a:ext cx="97567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</a:t>
              </a:r>
            </a:p>
            <a:p>
              <a:pPr algn="ctr"/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FFN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8D0CF8A6-2198-C178-9EE8-D7BAAAD26E82}"/>
                </a:ext>
              </a:extLst>
            </p:cNvPr>
            <p:cNvSpPr txBox="1"/>
            <p:nvPr/>
          </p:nvSpPr>
          <p:spPr>
            <a:xfrm>
              <a:off x="7696200" y="0"/>
              <a:ext cx="515107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zh-CN" altLang="en-US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r>
                <a:rPr lang="zh-CN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SuperToken-guided State Space Block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ST-SSB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152ED34C-5E10-5F34-791A-182D205478C7}"/>
                </a:ext>
              </a:extLst>
            </p:cNvPr>
            <p:cNvSpPr txBox="1"/>
            <p:nvPr/>
          </p:nvSpPr>
          <p:spPr>
            <a:xfrm>
              <a:off x="12357459" y="1760586"/>
              <a:ext cx="6295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/>
                <a:t>……</a:t>
              </a:r>
              <a:endParaRPr lang="zh-CN" altLang="en-US" b="1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5C6AA32C-7DC4-5BAF-BBC4-E849DD375944}"/>
                </a:ext>
              </a:extLst>
            </p:cNvPr>
            <p:cNvSpPr txBox="1"/>
            <p:nvPr/>
          </p:nvSpPr>
          <p:spPr>
            <a:xfrm>
              <a:off x="14308016" y="-805745"/>
              <a:ext cx="6251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×n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D1992850-EC07-A571-F55D-7F4A34E8FF5F}"/>
                </a:ext>
              </a:extLst>
            </p:cNvPr>
            <p:cNvSpPr txBox="1"/>
            <p:nvPr/>
          </p:nvSpPr>
          <p:spPr>
            <a:xfrm rot="16200000">
              <a:off x="11575271" y="1718213"/>
              <a:ext cx="12183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ST-SSB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1B39E872-0217-76CA-589D-1E9C8A3D692D}"/>
                </a:ext>
              </a:extLst>
            </p:cNvPr>
            <p:cNvCxnSpPr>
              <a:cxnSpLocks/>
              <a:stCxn id="182" idx="6"/>
            </p:cNvCxnSpPr>
            <p:nvPr/>
          </p:nvCxnSpPr>
          <p:spPr>
            <a:xfrm>
              <a:off x="11635335" y="1962724"/>
              <a:ext cx="319512" cy="46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E64BE041-3C48-572E-65AF-A44B1D26ECA7}"/>
                </a:ext>
              </a:extLst>
            </p:cNvPr>
            <p:cNvSpPr/>
            <p:nvPr/>
          </p:nvSpPr>
          <p:spPr>
            <a:xfrm>
              <a:off x="3777562" y="488008"/>
              <a:ext cx="1161261" cy="24437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3E20C7B5-4D75-1B29-E469-DCD3A5307216}"/>
                </a:ext>
              </a:extLst>
            </p:cNvPr>
            <p:cNvSpPr txBox="1"/>
            <p:nvPr/>
          </p:nvSpPr>
          <p:spPr>
            <a:xfrm>
              <a:off x="4048139" y="392068"/>
              <a:ext cx="7852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scale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3" name="连接符: 肘形 92">
              <a:extLst>
                <a:ext uri="{FF2B5EF4-FFF2-40B4-BE49-F238E27FC236}">
                  <a16:creationId xmlns:a16="http://schemas.microsoft.com/office/drawing/2014/main" id="{8E8966D7-1EFE-4585-1FF9-545575CE75CA}"/>
                </a:ext>
              </a:extLst>
            </p:cNvPr>
            <p:cNvCxnSpPr>
              <a:cxnSpLocks/>
              <a:endCxn id="89" idx="1"/>
            </p:cNvCxnSpPr>
            <p:nvPr/>
          </p:nvCxnSpPr>
          <p:spPr>
            <a:xfrm flipV="1">
              <a:off x="1947996" y="610194"/>
              <a:ext cx="1829566" cy="1338889"/>
            </a:xfrm>
            <a:prstGeom prst="bentConnector3">
              <a:avLst>
                <a:gd name="adj1" fmla="val 8351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连接符: 肘形 98">
              <a:extLst>
                <a:ext uri="{FF2B5EF4-FFF2-40B4-BE49-F238E27FC236}">
                  <a16:creationId xmlns:a16="http://schemas.microsoft.com/office/drawing/2014/main" id="{80C8D633-667F-49AE-66D7-0020B1425BB9}"/>
                </a:ext>
              </a:extLst>
            </p:cNvPr>
            <p:cNvCxnSpPr>
              <a:cxnSpLocks/>
              <a:stCxn id="89" idx="3"/>
              <a:endCxn id="145" idx="0"/>
            </p:cNvCxnSpPr>
            <p:nvPr/>
          </p:nvCxnSpPr>
          <p:spPr>
            <a:xfrm>
              <a:off x="4938823" y="610194"/>
              <a:ext cx="1759378" cy="1158621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矩形: 圆角 101">
              <a:extLst>
                <a:ext uri="{FF2B5EF4-FFF2-40B4-BE49-F238E27FC236}">
                  <a16:creationId xmlns:a16="http://schemas.microsoft.com/office/drawing/2014/main" id="{4C9AE635-5EE6-C139-CC04-DB94F2C65B96}"/>
                </a:ext>
              </a:extLst>
            </p:cNvPr>
            <p:cNvSpPr/>
            <p:nvPr/>
          </p:nvSpPr>
          <p:spPr>
            <a:xfrm>
              <a:off x="8696807" y="518757"/>
              <a:ext cx="1161261" cy="24437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42EF297A-7914-18BD-21D9-C052B447C438}"/>
                </a:ext>
              </a:extLst>
            </p:cNvPr>
            <p:cNvSpPr txBox="1"/>
            <p:nvPr/>
          </p:nvSpPr>
          <p:spPr>
            <a:xfrm>
              <a:off x="8967384" y="422817"/>
              <a:ext cx="7852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scale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0" name="连接符: 肘形 109">
              <a:extLst>
                <a:ext uri="{FF2B5EF4-FFF2-40B4-BE49-F238E27FC236}">
                  <a16:creationId xmlns:a16="http://schemas.microsoft.com/office/drawing/2014/main" id="{8844A217-D942-6BCA-13E6-9816F66562F4}"/>
                </a:ext>
              </a:extLst>
            </p:cNvPr>
            <p:cNvCxnSpPr>
              <a:cxnSpLocks/>
              <a:endCxn id="102" idx="1"/>
            </p:cNvCxnSpPr>
            <p:nvPr/>
          </p:nvCxnSpPr>
          <p:spPr>
            <a:xfrm flipV="1">
              <a:off x="6980995" y="640943"/>
              <a:ext cx="1715812" cy="1308140"/>
            </a:xfrm>
            <a:prstGeom prst="bentConnector3">
              <a:avLst>
                <a:gd name="adj1" fmla="val 223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连接符: 肘形 115">
              <a:extLst>
                <a:ext uri="{FF2B5EF4-FFF2-40B4-BE49-F238E27FC236}">
                  <a16:creationId xmlns:a16="http://schemas.microsoft.com/office/drawing/2014/main" id="{E0FE0AF3-247E-C6EA-0A2F-A42192DF38CD}"/>
                </a:ext>
              </a:extLst>
            </p:cNvPr>
            <p:cNvCxnSpPr>
              <a:cxnSpLocks/>
              <a:stCxn id="102" idx="3"/>
              <a:endCxn id="182" idx="0"/>
            </p:cNvCxnSpPr>
            <p:nvPr/>
          </p:nvCxnSpPr>
          <p:spPr>
            <a:xfrm>
              <a:off x="9858068" y="640943"/>
              <a:ext cx="1607420" cy="1137115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矩形: 圆角 118">
              <a:extLst>
                <a:ext uri="{FF2B5EF4-FFF2-40B4-BE49-F238E27FC236}">
                  <a16:creationId xmlns:a16="http://schemas.microsoft.com/office/drawing/2014/main" id="{6B0EB969-642C-5BED-080C-E1C6056364DB}"/>
                </a:ext>
              </a:extLst>
            </p:cNvPr>
            <p:cNvSpPr/>
            <p:nvPr/>
          </p:nvSpPr>
          <p:spPr>
            <a:xfrm>
              <a:off x="11859760" y="850226"/>
              <a:ext cx="1645119" cy="2165826"/>
            </a:xfrm>
            <a:prstGeom prst="roundRect">
              <a:avLst>
                <a:gd name="adj" fmla="val 2447"/>
              </a:avLst>
            </a:prstGeom>
            <a:noFill/>
            <a:ln w="19050"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24" name="直接箭头连接符 123">
              <a:extLst>
                <a:ext uri="{FF2B5EF4-FFF2-40B4-BE49-F238E27FC236}">
                  <a16:creationId xmlns:a16="http://schemas.microsoft.com/office/drawing/2014/main" id="{1FD0E5A8-48FB-A801-8701-17BED077DB56}"/>
                </a:ext>
              </a:extLst>
            </p:cNvPr>
            <p:cNvCxnSpPr>
              <a:cxnSpLocks/>
              <a:endCxn id="54" idx="1"/>
            </p:cNvCxnSpPr>
            <p:nvPr/>
          </p:nvCxnSpPr>
          <p:spPr>
            <a:xfrm flipV="1">
              <a:off x="13306316" y="1949915"/>
              <a:ext cx="392251" cy="1327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id="{F5E8EBC2-BED0-40DD-9A02-1C6EE1FFA059}"/>
                </a:ext>
              </a:extLst>
            </p:cNvPr>
            <p:cNvSpPr txBox="1"/>
            <p:nvPr/>
          </p:nvSpPr>
          <p:spPr>
            <a:xfrm rot="16200000">
              <a:off x="12453384" y="1757016"/>
              <a:ext cx="12183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ST-SSB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id="{5E234194-56DB-8765-8BBC-F2A93F869267}"/>
                </a:ext>
              </a:extLst>
            </p:cNvPr>
            <p:cNvSpPr txBox="1"/>
            <p:nvPr/>
          </p:nvSpPr>
          <p:spPr>
            <a:xfrm>
              <a:off x="12387795" y="360071"/>
              <a:ext cx="6251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×n</a:t>
              </a:r>
              <a:endParaRPr lang="zh-CN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961A14A-411A-A2F8-1281-6F87C7703BBF}"/>
                </a:ext>
              </a:extLst>
            </p:cNvPr>
            <p:cNvSpPr txBox="1"/>
            <p:nvPr/>
          </p:nvSpPr>
          <p:spPr>
            <a:xfrm>
              <a:off x="-1046855" y="3508570"/>
              <a:ext cx="25115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zh-CN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focal modulation</a:t>
              </a:r>
              <a:endParaRPr lang="zh-CN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立方体 10">
              <a:extLst>
                <a:ext uri="{FF2B5EF4-FFF2-40B4-BE49-F238E27FC236}">
                  <a16:creationId xmlns:a16="http://schemas.microsoft.com/office/drawing/2014/main" id="{DD988636-844D-0305-FC0B-65C46D1DCD0E}"/>
                </a:ext>
              </a:extLst>
            </p:cNvPr>
            <p:cNvSpPr/>
            <p:nvPr/>
          </p:nvSpPr>
          <p:spPr>
            <a:xfrm>
              <a:off x="-951129" y="6521950"/>
              <a:ext cx="829835" cy="242358"/>
            </a:xfrm>
            <a:prstGeom prst="cube">
              <a:avLst>
                <a:gd name="adj" fmla="val 81027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立方体 11">
              <a:extLst>
                <a:ext uri="{FF2B5EF4-FFF2-40B4-BE49-F238E27FC236}">
                  <a16:creationId xmlns:a16="http://schemas.microsoft.com/office/drawing/2014/main" id="{3F201108-8FA2-320C-3A01-FB7EEA2AD40D}"/>
                </a:ext>
              </a:extLst>
            </p:cNvPr>
            <p:cNvSpPr/>
            <p:nvPr/>
          </p:nvSpPr>
          <p:spPr>
            <a:xfrm>
              <a:off x="-842421" y="4876956"/>
              <a:ext cx="829835" cy="242358"/>
            </a:xfrm>
            <a:prstGeom prst="cube">
              <a:avLst>
                <a:gd name="adj" fmla="val 81027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7696A1A9-AA24-56DF-A5C9-733730CBDEC2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flipV="1">
              <a:off x="-525691" y="5119314"/>
              <a:ext cx="0" cy="1368441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7CD8F179-79C9-C6C0-E592-AA76272E0D71}"/>
                </a:ext>
              </a:extLst>
            </p:cNvPr>
            <p:cNvSpPr txBox="1"/>
            <p:nvPr/>
          </p:nvSpPr>
          <p:spPr>
            <a:xfrm>
              <a:off x="-1038307" y="5919867"/>
              <a:ext cx="5910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Linear</a:t>
              </a: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D01010C5-6F5A-F9B7-1A32-69CDD5367133}"/>
                </a:ext>
              </a:extLst>
            </p:cNvPr>
            <p:cNvSpPr/>
            <p:nvPr/>
          </p:nvSpPr>
          <p:spPr>
            <a:xfrm>
              <a:off x="-626277" y="4491060"/>
              <a:ext cx="178073" cy="167219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`</a:t>
              </a:r>
              <a:endParaRPr lang="zh-CN" altLang="en-US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4D7E2AAC-FDE1-EAAB-F586-9EADA2CFDCE0}"/>
                </a:ext>
              </a:extLst>
            </p:cNvPr>
            <p:cNvSpPr txBox="1"/>
            <p:nvPr/>
          </p:nvSpPr>
          <p:spPr>
            <a:xfrm>
              <a:off x="-707710" y="4374951"/>
              <a:ext cx="2662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F8F95197-38FA-92E4-B32C-31D6CD640E45}"/>
                </a:ext>
              </a:extLst>
            </p:cNvPr>
            <p:cNvCxnSpPr>
              <a:cxnSpLocks/>
              <a:endCxn id="21" idx="4"/>
            </p:cNvCxnSpPr>
            <p:nvPr/>
          </p:nvCxnSpPr>
          <p:spPr>
            <a:xfrm flipV="1">
              <a:off x="-537240" y="4658279"/>
              <a:ext cx="0" cy="2161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立方体 26">
              <a:extLst>
                <a:ext uri="{FF2B5EF4-FFF2-40B4-BE49-F238E27FC236}">
                  <a16:creationId xmlns:a16="http://schemas.microsoft.com/office/drawing/2014/main" id="{98E34841-A724-0DCD-3C9D-DEBA0408C8F4}"/>
                </a:ext>
              </a:extLst>
            </p:cNvPr>
            <p:cNvSpPr/>
            <p:nvPr/>
          </p:nvSpPr>
          <p:spPr>
            <a:xfrm>
              <a:off x="-842421" y="3995378"/>
              <a:ext cx="829835" cy="242358"/>
            </a:xfrm>
            <a:prstGeom prst="cube">
              <a:avLst>
                <a:gd name="adj" fmla="val 81027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" name="直接箭头连接符 28">
              <a:extLst>
                <a:ext uri="{FF2B5EF4-FFF2-40B4-BE49-F238E27FC236}">
                  <a16:creationId xmlns:a16="http://schemas.microsoft.com/office/drawing/2014/main" id="{FA933BE3-4F93-308D-581D-E955EB1E25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534948" y="4259285"/>
              <a:ext cx="0" cy="24042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立方体 37">
              <a:extLst>
                <a:ext uri="{FF2B5EF4-FFF2-40B4-BE49-F238E27FC236}">
                  <a16:creationId xmlns:a16="http://schemas.microsoft.com/office/drawing/2014/main" id="{28F6AF62-D11E-4F89-6045-CA2BF2261AE8}"/>
                </a:ext>
              </a:extLst>
            </p:cNvPr>
            <p:cNvSpPr/>
            <p:nvPr/>
          </p:nvSpPr>
          <p:spPr>
            <a:xfrm>
              <a:off x="230648" y="5990928"/>
              <a:ext cx="972938" cy="361768"/>
            </a:xfrm>
            <a:prstGeom prst="cube">
              <a:avLst>
                <a:gd name="adj" fmla="val 82777"/>
              </a:avLst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立方体 38">
              <a:extLst>
                <a:ext uri="{FF2B5EF4-FFF2-40B4-BE49-F238E27FC236}">
                  <a16:creationId xmlns:a16="http://schemas.microsoft.com/office/drawing/2014/main" id="{B02850EE-D15D-F0EE-9878-446113CBC8B3}"/>
                </a:ext>
              </a:extLst>
            </p:cNvPr>
            <p:cNvSpPr/>
            <p:nvPr/>
          </p:nvSpPr>
          <p:spPr>
            <a:xfrm>
              <a:off x="278053" y="5360074"/>
              <a:ext cx="906263" cy="420992"/>
            </a:xfrm>
            <a:prstGeom prst="cube">
              <a:avLst>
                <a:gd name="adj" fmla="val 55463"/>
              </a:avLst>
            </a:prstGeom>
            <a:solidFill>
              <a:srgbClr val="867D0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0" name="连接符: 肘形 119">
              <a:extLst>
                <a:ext uri="{FF2B5EF4-FFF2-40B4-BE49-F238E27FC236}">
                  <a16:creationId xmlns:a16="http://schemas.microsoft.com/office/drawing/2014/main" id="{99B36B32-4547-EC5D-90D4-56870CCD5C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208044" y="6344223"/>
              <a:ext cx="915458" cy="305743"/>
            </a:xfrm>
            <a:prstGeom prst="bentConnector3">
              <a:avLst>
                <a:gd name="adj1" fmla="val 100636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文本框 125">
              <a:extLst>
                <a:ext uri="{FF2B5EF4-FFF2-40B4-BE49-F238E27FC236}">
                  <a16:creationId xmlns:a16="http://schemas.microsoft.com/office/drawing/2014/main" id="{62929514-343D-AD6D-F722-DD2493D4521B}"/>
                </a:ext>
              </a:extLst>
            </p:cNvPr>
            <p:cNvSpPr txBox="1"/>
            <p:nvPr/>
          </p:nvSpPr>
          <p:spPr>
            <a:xfrm>
              <a:off x="-21663" y="6403641"/>
              <a:ext cx="5910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Linear</a:t>
              </a:r>
            </a:p>
          </p:txBody>
        </p:sp>
        <p:sp>
          <p:nvSpPr>
            <p:cNvPr id="127" name="文本框 126">
              <a:extLst>
                <a:ext uri="{FF2B5EF4-FFF2-40B4-BE49-F238E27FC236}">
                  <a16:creationId xmlns:a16="http://schemas.microsoft.com/office/drawing/2014/main" id="{6DF232E2-EE69-7F5E-B972-F6E18E1B4BDC}"/>
                </a:ext>
              </a:extLst>
            </p:cNvPr>
            <p:cNvSpPr txBox="1"/>
            <p:nvPr/>
          </p:nvSpPr>
          <p:spPr>
            <a:xfrm>
              <a:off x="-49350" y="5256118"/>
              <a:ext cx="8485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Aggregate</a:t>
              </a:r>
            </a:p>
          </p:txBody>
        </p:sp>
        <p:sp>
          <p:nvSpPr>
            <p:cNvPr id="128" name="立方体 127">
              <a:extLst>
                <a:ext uri="{FF2B5EF4-FFF2-40B4-BE49-F238E27FC236}">
                  <a16:creationId xmlns:a16="http://schemas.microsoft.com/office/drawing/2014/main" id="{2EFEFFF2-2326-16A4-0A4B-5481DAEAA3D5}"/>
                </a:ext>
              </a:extLst>
            </p:cNvPr>
            <p:cNvSpPr/>
            <p:nvPr/>
          </p:nvSpPr>
          <p:spPr>
            <a:xfrm>
              <a:off x="316819" y="4859236"/>
              <a:ext cx="976684" cy="242358"/>
            </a:xfrm>
            <a:prstGeom prst="cube">
              <a:avLst>
                <a:gd name="adj" fmla="val 81027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id="{6CBB234B-690E-E82D-BB6E-85F6A8EE9120}"/>
                </a:ext>
              </a:extLst>
            </p:cNvPr>
            <p:cNvSpPr txBox="1"/>
            <p:nvPr/>
          </p:nvSpPr>
          <p:spPr>
            <a:xfrm>
              <a:off x="439632" y="4809689"/>
              <a:ext cx="79262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Modulator</a:t>
              </a:r>
            </a:p>
          </p:txBody>
        </p: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id="{D9CCBEEF-2E10-4FC3-B5E2-FD2617BB26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491" y="5100660"/>
              <a:ext cx="0" cy="24312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连接符: 肘形 145">
              <a:extLst>
                <a:ext uri="{FF2B5EF4-FFF2-40B4-BE49-F238E27FC236}">
                  <a16:creationId xmlns:a16="http://schemas.microsoft.com/office/drawing/2014/main" id="{97966743-9E41-4D80-F01E-C9EBA64E81D3}"/>
                </a:ext>
              </a:extLst>
            </p:cNvPr>
            <p:cNvCxnSpPr>
              <a:cxnSpLocks/>
              <a:endCxn id="21" idx="6"/>
            </p:cNvCxnSpPr>
            <p:nvPr/>
          </p:nvCxnSpPr>
          <p:spPr>
            <a:xfrm rot="10800000">
              <a:off x="-448203" y="4574670"/>
              <a:ext cx="1164695" cy="287010"/>
            </a:xfrm>
            <a:prstGeom prst="bentConnector3">
              <a:avLst>
                <a:gd name="adj1" fmla="val 31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文本框 151">
              <a:extLst>
                <a:ext uri="{FF2B5EF4-FFF2-40B4-BE49-F238E27FC236}">
                  <a16:creationId xmlns:a16="http://schemas.microsoft.com/office/drawing/2014/main" id="{411E5FA1-36C0-8617-21DD-5ECB5A14AA89}"/>
                </a:ext>
              </a:extLst>
            </p:cNvPr>
            <p:cNvSpPr txBox="1"/>
            <p:nvPr/>
          </p:nvSpPr>
          <p:spPr>
            <a:xfrm>
              <a:off x="-469985" y="4651337"/>
              <a:ext cx="31030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162" name="文本框 161">
              <a:extLst>
                <a:ext uri="{FF2B5EF4-FFF2-40B4-BE49-F238E27FC236}">
                  <a16:creationId xmlns:a16="http://schemas.microsoft.com/office/drawing/2014/main" id="{ABC3226B-74F0-4BA3-5763-CA4F1C5E41CA}"/>
                </a:ext>
              </a:extLst>
            </p:cNvPr>
            <p:cNvSpPr txBox="1"/>
            <p:nvPr/>
          </p:nvSpPr>
          <p:spPr>
            <a:xfrm>
              <a:off x="678976" y="4372342"/>
              <a:ext cx="72601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Interact</a:t>
              </a:r>
            </a:p>
          </p:txBody>
        </p:sp>
        <p:sp>
          <p:nvSpPr>
            <p:cNvPr id="181" name="立方体 180">
              <a:extLst>
                <a:ext uri="{FF2B5EF4-FFF2-40B4-BE49-F238E27FC236}">
                  <a16:creationId xmlns:a16="http://schemas.microsoft.com/office/drawing/2014/main" id="{1DABB528-6D75-9D28-D1D8-D938ACAE1C1B}"/>
                </a:ext>
              </a:extLst>
            </p:cNvPr>
            <p:cNvSpPr/>
            <p:nvPr/>
          </p:nvSpPr>
          <p:spPr>
            <a:xfrm>
              <a:off x="2382660" y="6137454"/>
              <a:ext cx="639691" cy="252168"/>
            </a:xfrm>
            <a:prstGeom prst="cube">
              <a:avLst>
                <a:gd name="adj" fmla="val 82777"/>
              </a:avLst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立方体 182">
              <a:extLst>
                <a:ext uri="{FF2B5EF4-FFF2-40B4-BE49-F238E27FC236}">
                  <a16:creationId xmlns:a16="http://schemas.microsoft.com/office/drawing/2014/main" id="{9CA9D8D4-9614-B5D4-40EA-DD0E4DA7ECF8}"/>
                </a:ext>
              </a:extLst>
            </p:cNvPr>
            <p:cNvSpPr/>
            <p:nvPr/>
          </p:nvSpPr>
          <p:spPr>
            <a:xfrm>
              <a:off x="2988103" y="6472523"/>
              <a:ext cx="829835" cy="242358"/>
            </a:xfrm>
            <a:prstGeom prst="cube">
              <a:avLst>
                <a:gd name="adj" fmla="val 81027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6" name="连接符: 肘形 185">
              <a:extLst>
                <a:ext uri="{FF2B5EF4-FFF2-40B4-BE49-F238E27FC236}">
                  <a16:creationId xmlns:a16="http://schemas.microsoft.com/office/drawing/2014/main" id="{D0721D0F-12E0-67D5-681F-2E0F1700B755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2710040" y="6392084"/>
              <a:ext cx="262781" cy="246380"/>
            </a:xfrm>
            <a:prstGeom prst="bentConnector3">
              <a:avLst>
                <a:gd name="adj1" fmla="val 98933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立方体 188">
              <a:extLst>
                <a:ext uri="{FF2B5EF4-FFF2-40B4-BE49-F238E27FC236}">
                  <a16:creationId xmlns:a16="http://schemas.microsoft.com/office/drawing/2014/main" id="{1AED978B-4957-7108-CA47-E111B654C9AA}"/>
                </a:ext>
              </a:extLst>
            </p:cNvPr>
            <p:cNvSpPr/>
            <p:nvPr/>
          </p:nvSpPr>
          <p:spPr>
            <a:xfrm>
              <a:off x="3656467" y="5746492"/>
              <a:ext cx="715684" cy="230737"/>
            </a:xfrm>
            <a:prstGeom prst="cube">
              <a:avLst>
                <a:gd name="adj" fmla="val 8935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文本框 189">
              <a:extLst>
                <a:ext uri="{FF2B5EF4-FFF2-40B4-BE49-F238E27FC236}">
                  <a16:creationId xmlns:a16="http://schemas.microsoft.com/office/drawing/2014/main" id="{E4A7A7BF-6413-A49B-81ED-E472D228D018}"/>
                </a:ext>
              </a:extLst>
            </p:cNvPr>
            <p:cNvSpPr txBox="1"/>
            <p:nvPr/>
          </p:nvSpPr>
          <p:spPr>
            <a:xfrm>
              <a:off x="3767121" y="5696668"/>
              <a:ext cx="58574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Gate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2" name="连接符: 肘形 191">
              <a:extLst>
                <a:ext uri="{FF2B5EF4-FFF2-40B4-BE49-F238E27FC236}">
                  <a16:creationId xmlns:a16="http://schemas.microsoft.com/office/drawing/2014/main" id="{6812263C-4855-BD26-D060-516E9F67E466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3624855" y="6205933"/>
              <a:ext cx="528638" cy="262765"/>
            </a:xfrm>
            <a:prstGeom prst="bentConnector3">
              <a:avLst>
                <a:gd name="adj1" fmla="val -901"/>
              </a:avLst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立方体 238">
              <a:extLst>
                <a:ext uri="{FF2B5EF4-FFF2-40B4-BE49-F238E27FC236}">
                  <a16:creationId xmlns:a16="http://schemas.microsoft.com/office/drawing/2014/main" id="{4D3374D1-04BD-0779-B141-5231354475FC}"/>
                </a:ext>
              </a:extLst>
            </p:cNvPr>
            <p:cNvSpPr/>
            <p:nvPr/>
          </p:nvSpPr>
          <p:spPr>
            <a:xfrm>
              <a:off x="1802499" y="5426545"/>
              <a:ext cx="1761992" cy="446392"/>
            </a:xfrm>
            <a:prstGeom prst="cube">
              <a:avLst>
                <a:gd name="adj" fmla="val 82777"/>
              </a:avLst>
            </a:prstGeom>
            <a:solidFill>
              <a:srgbClr val="454107"/>
            </a:solidFill>
            <a:ln>
              <a:noFill/>
            </a:ln>
            <a:effectLst>
              <a:outerShdw blurRad="50800" dist="50800" dir="5400000" sx="110000" sy="110000" algn="ctr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4" name="立方体 263">
              <a:extLst>
                <a:ext uri="{FF2B5EF4-FFF2-40B4-BE49-F238E27FC236}">
                  <a16:creationId xmlns:a16="http://schemas.microsoft.com/office/drawing/2014/main" id="{6252CB21-FA84-1965-D31C-96B1B3BCEC60}"/>
                </a:ext>
              </a:extLst>
            </p:cNvPr>
            <p:cNvSpPr/>
            <p:nvPr/>
          </p:nvSpPr>
          <p:spPr>
            <a:xfrm>
              <a:off x="1802499" y="5224409"/>
              <a:ext cx="1763222" cy="527632"/>
            </a:xfrm>
            <a:prstGeom prst="cube">
              <a:avLst>
                <a:gd name="adj" fmla="val 82777"/>
              </a:avLst>
            </a:prstGeom>
            <a:solidFill>
              <a:srgbClr val="454107"/>
            </a:solidFill>
            <a:ln>
              <a:noFill/>
            </a:ln>
            <a:effectLst>
              <a:outerShdw blurRad="50800" dist="50800" dir="5400000" algn="ctr" rotWithShape="0">
                <a:srgbClr val="000000">
                  <a:alpha val="4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3" name="立方体 272">
              <a:extLst>
                <a:ext uri="{FF2B5EF4-FFF2-40B4-BE49-F238E27FC236}">
                  <a16:creationId xmlns:a16="http://schemas.microsoft.com/office/drawing/2014/main" id="{D6AA6E77-F45D-6A10-BCE9-3A2E4F502084}"/>
                </a:ext>
              </a:extLst>
            </p:cNvPr>
            <p:cNvSpPr/>
            <p:nvPr/>
          </p:nvSpPr>
          <p:spPr>
            <a:xfrm>
              <a:off x="2196663" y="4991405"/>
              <a:ext cx="1170600" cy="387695"/>
            </a:xfrm>
            <a:prstGeom prst="cube">
              <a:avLst>
                <a:gd name="adj" fmla="val 82777"/>
              </a:avLst>
            </a:prstGeom>
            <a:solidFill>
              <a:srgbClr val="7A720C"/>
            </a:solidFill>
            <a:ln>
              <a:noFill/>
            </a:ln>
            <a:effectLst>
              <a:outerShdw blurRad="50800" dist="50800" dir="5400000" algn="ctr" rotWithShape="0">
                <a:srgbClr val="000000">
                  <a:alpha val="4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4" name="立方体 273">
              <a:extLst>
                <a:ext uri="{FF2B5EF4-FFF2-40B4-BE49-F238E27FC236}">
                  <a16:creationId xmlns:a16="http://schemas.microsoft.com/office/drawing/2014/main" id="{DCA90ADC-FFA4-603C-2AD6-4EF91C1AAD3D}"/>
                </a:ext>
              </a:extLst>
            </p:cNvPr>
            <p:cNvSpPr/>
            <p:nvPr/>
          </p:nvSpPr>
          <p:spPr>
            <a:xfrm>
              <a:off x="2196663" y="4880604"/>
              <a:ext cx="1170600" cy="387695"/>
            </a:xfrm>
            <a:prstGeom prst="cube">
              <a:avLst>
                <a:gd name="adj" fmla="val 82777"/>
              </a:avLst>
            </a:prstGeom>
            <a:solidFill>
              <a:srgbClr val="7A720C"/>
            </a:solidFill>
            <a:ln>
              <a:noFill/>
            </a:ln>
            <a:effectLst>
              <a:outerShdw blurRad="50800" dist="50800" dir="5400000" algn="ctr" rotWithShape="0">
                <a:srgbClr val="000000">
                  <a:alpha val="4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6" name="立方体 275">
              <a:extLst>
                <a:ext uri="{FF2B5EF4-FFF2-40B4-BE49-F238E27FC236}">
                  <a16:creationId xmlns:a16="http://schemas.microsoft.com/office/drawing/2014/main" id="{FB2ECE45-5A9C-994B-5A08-139CFCE9D421}"/>
                </a:ext>
              </a:extLst>
            </p:cNvPr>
            <p:cNvSpPr/>
            <p:nvPr/>
          </p:nvSpPr>
          <p:spPr>
            <a:xfrm>
              <a:off x="2406251" y="4406226"/>
              <a:ext cx="747066" cy="258920"/>
            </a:xfrm>
            <a:prstGeom prst="cube">
              <a:avLst>
                <a:gd name="adj" fmla="val 82777"/>
              </a:avLst>
            </a:prstGeom>
            <a:solidFill>
              <a:srgbClr val="B3A711"/>
            </a:solidFill>
            <a:ln>
              <a:noFill/>
            </a:ln>
            <a:effectLst>
              <a:outerShdw blurRad="50800" dist="50800" dir="5400000" algn="ctr" rotWithShape="0">
                <a:srgbClr val="000000">
                  <a:alpha val="4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8" name="立方体 277">
              <a:extLst>
                <a:ext uri="{FF2B5EF4-FFF2-40B4-BE49-F238E27FC236}">
                  <a16:creationId xmlns:a16="http://schemas.microsoft.com/office/drawing/2014/main" id="{03BD485F-0088-1F38-C79A-C64723E988EE}"/>
                </a:ext>
              </a:extLst>
            </p:cNvPr>
            <p:cNvSpPr/>
            <p:nvPr/>
          </p:nvSpPr>
          <p:spPr>
            <a:xfrm>
              <a:off x="2609134" y="4163592"/>
              <a:ext cx="354160" cy="148313"/>
            </a:xfrm>
            <a:prstGeom prst="cube">
              <a:avLst>
                <a:gd name="adj" fmla="val 82777"/>
              </a:avLst>
            </a:prstGeom>
            <a:solidFill>
              <a:srgbClr val="D2C414"/>
            </a:solidFill>
            <a:ln>
              <a:noFill/>
            </a:ln>
            <a:effectLst>
              <a:outerShdw blurRad="50800" dist="50800" dir="5400000" algn="ctr" rotWithShape="0">
                <a:srgbClr val="000000">
                  <a:alpha val="4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1" name="立方体 280">
              <a:extLst>
                <a:ext uri="{FF2B5EF4-FFF2-40B4-BE49-F238E27FC236}">
                  <a16:creationId xmlns:a16="http://schemas.microsoft.com/office/drawing/2014/main" id="{1BBEAEDB-F526-6624-0822-CC69292567E3}"/>
                </a:ext>
              </a:extLst>
            </p:cNvPr>
            <p:cNvSpPr/>
            <p:nvPr/>
          </p:nvSpPr>
          <p:spPr>
            <a:xfrm>
              <a:off x="2618660" y="4110546"/>
              <a:ext cx="354160" cy="148313"/>
            </a:xfrm>
            <a:prstGeom prst="cube">
              <a:avLst>
                <a:gd name="adj" fmla="val 82777"/>
              </a:avLst>
            </a:prstGeom>
            <a:solidFill>
              <a:srgbClr val="D2C414"/>
            </a:solidFill>
            <a:ln>
              <a:noFill/>
            </a:ln>
            <a:effectLst>
              <a:outerShdw blurRad="50800" dist="50800" dir="5400000" algn="ctr" rotWithShape="0">
                <a:srgbClr val="000000">
                  <a:alpha val="4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2" name="文本框 281">
              <a:extLst>
                <a:ext uri="{FF2B5EF4-FFF2-40B4-BE49-F238E27FC236}">
                  <a16:creationId xmlns:a16="http://schemas.microsoft.com/office/drawing/2014/main" id="{104CFAA1-ABA5-E1ED-444E-9B700DD92475}"/>
                </a:ext>
              </a:extLst>
            </p:cNvPr>
            <p:cNvSpPr txBox="1"/>
            <p:nvPr/>
          </p:nvSpPr>
          <p:spPr>
            <a:xfrm>
              <a:off x="1302580" y="5391546"/>
              <a:ext cx="795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DWConv </a:t>
              </a:r>
              <a:endPara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3×3</a:t>
              </a:r>
              <a:endPara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3" name="文本框 282">
              <a:extLst>
                <a:ext uri="{FF2B5EF4-FFF2-40B4-BE49-F238E27FC236}">
                  <a16:creationId xmlns:a16="http://schemas.microsoft.com/office/drawing/2014/main" id="{799D8E6B-162E-9A37-D98A-2A16A94961A8}"/>
                </a:ext>
              </a:extLst>
            </p:cNvPr>
            <p:cNvSpPr txBox="1"/>
            <p:nvPr/>
          </p:nvSpPr>
          <p:spPr>
            <a:xfrm>
              <a:off x="1549050" y="4979801"/>
              <a:ext cx="795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DWConv </a:t>
              </a:r>
              <a:endPara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zh-CN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r>
                <a:rPr lang="en-US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4" name="文本框 283">
              <a:extLst>
                <a:ext uri="{FF2B5EF4-FFF2-40B4-BE49-F238E27FC236}">
                  <a16:creationId xmlns:a16="http://schemas.microsoft.com/office/drawing/2014/main" id="{D93BD143-8A24-E6EC-C8EE-EE133D77EB04}"/>
                </a:ext>
              </a:extLst>
            </p:cNvPr>
            <p:cNvSpPr txBox="1"/>
            <p:nvPr/>
          </p:nvSpPr>
          <p:spPr>
            <a:xfrm>
              <a:off x="1852082" y="4242370"/>
              <a:ext cx="795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</a:t>
              </a:r>
              <a:endPara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zh-CN" sz="9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Pool </a:t>
              </a:r>
              <a:endPara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5" name="椭圆 284">
              <a:extLst>
                <a:ext uri="{FF2B5EF4-FFF2-40B4-BE49-F238E27FC236}">
                  <a16:creationId xmlns:a16="http://schemas.microsoft.com/office/drawing/2014/main" id="{6A2169CD-6D6F-6A85-F20D-667DC5C608BF}"/>
                </a:ext>
              </a:extLst>
            </p:cNvPr>
            <p:cNvSpPr/>
            <p:nvPr/>
          </p:nvSpPr>
          <p:spPr>
            <a:xfrm>
              <a:off x="4666103" y="5414189"/>
              <a:ext cx="178073" cy="16721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`</a:t>
              </a:r>
              <a:endParaRPr lang="zh-CN" altLang="en-US" dirty="0"/>
            </a:p>
          </p:txBody>
        </p:sp>
        <p:cxnSp>
          <p:nvCxnSpPr>
            <p:cNvPr id="287" name="直接箭头连接符 286">
              <a:extLst>
                <a:ext uri="{FF2B5EF4-FFF2-40B4-BE49-F238E27FC236}">
                  <a16:creationId xmlns:a16="http://schemas.microsoft.com/office/drawing/2014/main" id="{05D68B15-BE93-E4DD-D117-6F24BCCF1176}"/>
                </a:ext>
              </a:extLst>
            </p:cNvPr>
            <p:cNvCxnSpPr>
              <a:cxnSpLocks/>
            </p:cNvCxnSpPr>
            <p:nvPr/>
          </p:nvCxnSpPr>
          <p:spPr>
            <a:xfrm>
              <a:off x="3687165" y="5466763"/>
              <a:ext cx="943920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连接符: 肘形 289">
              <a:extLst>
                <a:ext uri="{FF2B5EF4-FFF2-40B4-BE49-F238E27FC236}">
                  <a16:creationId xmlns:a16="http://schemas.microsoft.com/office/drawing/2014/main" id="{BDBF0978-7984-6017-B77C-971F4C19126B}"/>
                </a:ext>
              </a:extLst>
            </p:cNvPr>
            <p:cNvCxnSpPr>
              <a:cxnSpLocks/>
              <a:endCxn id="285" idx="4"/>
            </p:cNvCxnSpPr>
            <p:nvPr/>
          </p:nvCxnSpPr>
          <p:spPr>
            <a:xfrm flipV="1">
              <a:off x="4333397" y="5581408"/>
              <a:ext cx="421743" cy="288425"/>
            </a:xfrm>
            <a:prstGeom prst="bentConnector2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5" name="文本框 294">
              <a:extLst>
                <a:ext uri="{FF2B5EF4-FFF2-40B4-BE49-F238E27FC236}">
                  <a16:creationId xmlns:a16="http://schemas.microsoft.com/office/drawing/2014/main" id="{67DA99CF-5EE0-AC39-86B9-2F4AADBC892F}"/>
                </a:ext>
              </a:extLst>
            </p:cNvPr>
            <p:cNvSpPr txBox="1"/>
            <p:nvPr/>
          </p:nvSpPr>
          <p:spPr>
            <a:xfrm rot="5400000">
              <a:off x="2594345" y="5315363"/>
              <a:ext cx="3609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.....</a:t>
              </a:r>
              <a:endParaRPr lang="zh-CN" altLang="en-US" sz="1400" b="1" dirty="0"/>
            </a:p>
          </p:txBody>
        </p:sp>
        <p:sp>
          <p:nvSpPr>
            <p:cNvPr id="302" name="立方体 301">
              <a:extLst>
                <a:ext uri="{FF2B5EF4-FFF2-40B4-BE49-F238E27FC236}">
                  <a16:creationId xmlns:a16="http://schemas.microsoft.com/office/drawing/2014/main" id="{B1004093-2793-63A6-5A48-472A624FCE46}"/>
                </a:ext>
              </a:extLst>
            </p:cNvPr>
            <p:cNvSpPr/>
            <p:nvPr/>
          </p:nvSpPr>
          <p:spPr>
            <a:xfrm>
              <a:off x="3740480" y="5109040"/>
              <a:ext cx="715684" cy="230737"/>
            </a:xfrm>
            <a:prstGeom prst="cube">
              <a:avLst>
                <a:gd name="adj" fmla="val 8935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3" name="椭圆 302">
              <a:extLst>
                <a:ext uri="{FF2B5EF4-FFF2-40B4-BE49-F238E27FC236}">
                  <a16:creationId xmlns:a16="http://schemas.microsoft.com/office/drawing/2014/main" id="{906E1EAC-64AD-4E74-6857-59E1A885465C}"/>
                </a:ext>
              </a:extLst>
            </p:cNvPr>
            <p:cNvSpPr/>
            <p:nvPr/>
          </p:nvSpPr>
          <p:spPr>
            <a:xfrm>
              <a:off x="4666103" y="4963132"/>
              <a:ext cx="178073" cy="16721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`</a:t>
              </a:r>
              <a:endParaRPr lang="zh-CN" altLang="en-US" dirty="0"/>
            </a:p>
          </p:txBody>
        </p:sp>
        <p:sp>
          <p:nvSpPr>
            <p:cNvPr id="304" name="立方体 303">
              <a:extLst>
                <a:ext uri="{FF2B5EF4-FFF2-40B4-BE49-F238E27FC236}">
                  <a16:creationId xmlns:a16="http://schemas.microsoft.com/office/drawing/2014/main" id="{E1694C1A-B3DE-C41D-3BEE-9B9894C3593F}"/>
                </a:ext>
              </a:extLst>
            </p:cNvPr>
            <p:cNvSpPr/>
            <p:nvPr/>
          </p:nvSpPr>
          <p:spPr>
            <a:xfrm>
              <a:off x="3821076" y="4765235"/>
              <a:ext cx="715684" cy="230737"/>
            </a:xfrm>
            <a:prstGeom prst="cube">
              <a:avLst>
                <a:gd name="adj" fmla="val 8935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5" name="椭圆 304">
              <a:extLst>
                <a:ext uri="{FF2B5EF4-FFF2-40B4-BE49-F238E27FC236}">
                  <a16:creationId xmlns:a16="http://schemas.microsoft.com/office/drawing/2014/main" id="{91383906-36EC-9084-5DCF-50C2B7B8BD2F}"/>
                </a:ext>
              </a:extLst>
            </p:cNvPr>
            <p:cNvSpPr/>
            <p:nvPr/>
          </p:nvSpPr>
          <p:spPr>
            <a:xfrm>
              <a:off x="4666103" y="4606394"/>
              <a:ext cx="178073" cy="16721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`</a:t>
              </a:r>
              <a:endParaRPr lang="zh-CN" altLang="en-US" dirty="0"/>
            </a:p>
          </p:txBody>
        </p:sp>
        <p:sp>
          <p:nvSpPr>
            <p:cNvPr id="307" name="立方体 306">
              <a:extLst>
                <a:ext uri="{FF2B5EF4-FFF2-40B4-BE49-F238E27FC236}">
                  <a16:creationId xmlns:a16="http://schemas.microsoft.com/office/drawing/2014/main" id="{60FC7EB8-A54A-6416-E3C4-1CC29E608352}"/>
                </a:ext>
              </a:extLst>
            </p:cNvPr>
            <p:cNvSpPr/>
            <p:nvPr/>
          </p:nvSpPr>
          <p:spPr>
            <a:xfrm>
              <a:off x="3857012" y="4406226"/>
              <a:ext cx="715684" cy="230737"/>
            </a:xfrm>
            <a:prstGeom prst="cube">
              <a:avLst>
                <a:gd name="adj" fmla="val 89359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8" name="椭圆 307">
              <a:extLst>
                <a:ext uri="{FF2B5EF4-FFF2-40B4-BE49-F238E27FC236}">
                  <a16:creationId xmlns:a16="http://schemas.microsoft.com/office/drawing/2014/main" id="{A71122EF-26B7-A991-115C-B12338EE21EC}"/>
                </a:ext>
              </a:extLst>
            </p:cNvPr>
            <p:cNvSpPr/>
            <p:nvPr/>
          </p:nvSpPr>
          <p:spPr>
            <a:xfrm>
              <a:off x="4666103" y="4250367"/>
              <a:ext cx="178073" cy="16721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`</a:t>
              </a:r>
              <a:endParaRPr lang="zh-CN" altLang="en-US" dirty="0"/>
            </a:p>
          </p:txBody>
        </p:sp>
        <p:cxnSp>
          <p:nvCxnSpPr>
            <p:cNvPr id="312" name="直接箭头连接符 311">
              <a:extLst>
                <a:ext uri="{FF2B5EF4-FFF2-40B4-BE49-F238E27FC236}">
                  <a16:creationId xmlns:a16="http://schemas.microsoft.com/office/drawing/2014/main" id="{8A09531A-58B9-8D93-342E-C2C2DBABD0EE}"/>
                </a:ext>
              </a:extLst>
            </p:cNvPr>
            <p:cNvCxnSpPr>
              <a:cxnSpLocks/>
            </p:cNvCxnSpPr>
            <p:nvPr/>
          </p:nvCxnSpPr>
          <p:spPr>
            <a:xfrm>
              <a:off x="3442290" y="4687301"/>
              <a:ext cx="1183288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直接箭头连接符 314">
              <a:extLst>
                <a:ext uri="{FF2B5EF4-FFF2-40B4-BE49-F238E27FC236}">
                  <a16:creationId xmlns:a16="http://schemas.microsoft.com/office/drawing/2014/main" id="{BE2E0DDE-0C50-BB8F-86E0-44C8AA43E8AD}"/>
                </a:ext>
              </a:extLst>
            </p:cNvPr>
            <p:cNvCxnSpPr>
              <a:cxnSpLocks/>
            </p:cNvCxnSpPr>
            <p:nvPr/>
          </p:nvCxnSpPr>
          <p:spPr>
            <a:xfrm>
              <a:off x="3532737" y="5033376"/>
              <a:ext cx="1131169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直接箭头连接符 316">
              <a:extLst>
                <a:ext uri="{FF2B5EF4-FFF2-40B4-BE49-F238E27FC236}">
                  <a16:creationId xmlns:a16="http://schemas.microsoft.com/office/drawing/2014/main" id="{E13E008A-9711-56B3-45C7-743AE42B63BB}"/>
                </a:ext>
              </a:extLst>
            </p:cNvPr>
            <p:cNvCxnSpPr>
              <a:cxnSpLocks/>
            </p:cNvCxnSpPr>
            <p:nvPr/>
          </p:nvCxnSpPr>
          <p:spPr>
            <a:xfrm>
              <a:off x="3262489" y="4333289"/>
              <a:ext cx="1331249" cy="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连接符: 肘形 321">
              <a:extLst>
                <a:ext uri="{FF2B5EF4-FFF2-40B4-BE49-F238E27FC236}">
                  <a16:creationId xmlns:a16="http://schemas.microsoft.com/office/drawing/2014/main" id="{3E9C4D1A-1FDE-8F1C-0819-4A913AADCCC6}"/>
                </a:ext>
              </a:extLst>
            </p:cNvPr>
            <p:cNvCxnSpPr>
              <a:cxnSpLocks/>
              <a:endCxn id="303" idx="4"/>
            </p:cNvCxnSpPr>
            <p:nvPr/>
          </p:nvCxnSpPr>
          <p:spPr>
            <a:xfrm flipV="1">
              <a:off x="4360245" y="5130351"/>
              <a:ext cx="394895" cy="113970"/>
            </a:xfrm>
            <a:prstGeom prst="bentConnector2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连接符: 肘形 323">
              <a:extLst>
                <a:ext uri="{FF2B5EF4-FFF2-40B4-BE49-F238E27FC236}">
                  <a16:creationId xmlns:a16="http://schemas.microsoft.com/office/drawing/2014/main" id="{24FF0FF5-5A64-3CD1-6B18-607B82D7612E}"/>
                </a:ext>
              </a:extLst>
            </p:cNvPr>
            <p:cNvCxnSpPr>
              <a:cxnSpLocks/>
              <a:endCxn id="305" idx="4"/>
            </p:cNvCxnSpPr>
            <p:nvPr/>
          </p:nvCxnSpPr>
          <p:spPr>
            <a:xfrm flipV="1">
              <a:off x="4433637" y="4773613"/>
              <a:ext cx="321503" cy="113970"/>
            </a:xfrm>
            <a:prstGeom prst="bentConnector2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连接符: 肘形 325">
              <a:extLst>
                <a:ext uri="{FF2B5EF4-FFF2-40B4-BE49-F238E27FC236}">
                  <a16:creationId xmlns:a16="http://schemas.microsoft.com/office/drawing/2014/main" id="{349D52C8-BC40-8123-A363-88D1611DCD7B}"/>
                </a:ext>
              </a:extLst>
            </p:cNvPr>
            <p:cNvCxnSpPr>
              <a:cxnSpLocks/>
              <a:endCxn id="308" idx="4"/>
            </p:cNvCxnSpPr>
            <p:nvPr/>
          </p:nvCxnSpPr>
          <p:spPr>
            <a:xfrm flipV="1">
              <a:off x="4470333" y="4417586"/>
              <a:ext cx="284807" cy="103300"/>
            </a:xfrm>
            <a:prstGeom prst="bentConnector2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8" name="文本框 327">
              <a:extLst>
                <a:ext uri="{FF2B5EF4-FFF2-40B4-BE49-F238E27FC236}">
                  <a16:creationId xmlns:a16="http://schemas.microsoft.com/office/drawing/2014/main" id="{4C83134A-98A0-1C13-E9BC-F6DA2F9A0509}"/>
                </a:ext>
              </a:extLst>
            </p:cNvPr>
            <p:cNvSpPr txBox="1"/>
            <p:nvPr/>
          </p:nvSpPr>
          <p:spPr>
            <a:xfrm>
              <a:off x="3857012" y="5083549"/>
              <a:ext cx="58574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Gate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9" name="文本框 328">
              <a:extLst>
                <a:ext uri="{FF2B5EF4-FFF2-40B4-BE49-F238E27FC236}">
                  <a16:creationId xmlns:a16="http://schemas.microsoft.com/office/drawing/2014/main" id="{2E1FEB9F-6A5C-C6D7-100D-F97C0FFB4D29}"/>
                </a:ext>
              </a:extLst>
            </p:cNvPr>
            <p:cNvSpPr txBox="1"/>
            <p:nvPr/>
          </p:nvSpPr>
          <p:spPr>
            <a:xfrm>
              <a:off x="3966803" y="4749799"/>
              <a:ext cx="58574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Gate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0" name="文本框 329">
              <a:extLst>
                <a:ext uri="{FF2B5EF4-FFF2-40B4-BE49-F238E27FC236}">
                  <a16:creationId xmlns:a16="http://schemas.microsoft.com/office/drawing/2014/main" id="{FD513F80-E595-7471-47BD-228E29B99DD7}"/>
                </a:ext>
              </a:extLst>
            </p:cNvPr>
            <p:cNvSpPr txBox="1"/>
            <p:nvPr/>
          </p:nvSpPr>
          <p:spPr>
            <a:xfrm>
              <a:off x="3966803" y="4361970"/>
              <a:ext cx="58574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Gate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1" name="文本框 330">
              <a:extLst>
                <a:ext uri="{FF2B5EF4-FFF2-40B4-BE49-F238E27FC236}">
                  <a16:creationId xmlns:a16="http://schemas.microsoft.com/office/drawing/2014/main" id="{A2D1CCA3-1959-A925-17F8-20D2FEA4CCA3}"/>
                </a:ext>
              </a:extLst>
            </p:cNvPr>
            <p:cNvSpPr txBox="1"/>
            <p:nvPr/>
          </p:nvSpPr>
          <p:spPr>
            <a:xfrm>
              <a:off x="4573232" y="4126884"/>
              <a:ext cx="2662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2" name="文本框 331">
              <a:extLst>
                <a:ext uri="{FF2B5EF4-FFF2-40B4-BE49-F238E27FC236}">
                  <a16:creationId xmlns:a16="http://schemas.microsoft.com/office/drawing/2014/main" id="{17E0D600-3C20-533A-78DE-EE63CF686C70}"/>
                </a:ext>
              </a:extLst>
            </p:cNvPr>
            <p:cNvSpPr txBox="1"/>
            <p:nvPr/>
          </p:nvSpPr>
          <p:spPr>
            <a:xfrm>
              <a:off x="4575612" y="4480494"/>
              <a:ext cx="2662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3" name="文本框 332">
              <a:extLst>
                <a:ext uri="{FF2B5EF4-FFF2-40B4-BE49-F238E27FC236}">
                  <a16:creationId xmlns:a16="http://schemas.microsoft.com/office/drawing/2014/main" id="{ADA57078-F5D7-C14F-2254-EC6D1A4AB048}"/>
                </a:ext>
              </a:extLst>
            </p:cNvPr>
            <p:cNvSpPr txBox="1"/>
            <p:nvPr/>
          </p:nvSpPr>
          <p:spPr>
            <a:xfrm>
              <a:off x="4574330" y="4826659"/>
              <a:ext cx="2662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4" name="文本框 333">
              <a:extLst>
                <a:ext uri="{FF2B5EF4-FFF2-40B4-BE49-F238E27FC236}">
                  <a16:creationId xmlns:a16="http://schemas.microsoft.com/office/drawing/2014/main" id="{9DEFF30E-A574-AE88-25E6-5DD0F6CB456C}"/>
                </a:ext>
              </a:extLst>
            </p:cNvPr>
            <p:cNvSpPr txBox="1"/>
            <p:nvPr/>
          </p:nvSpPr>
          <p:spPr>
            <a:xfrm>
              <a:off x="4575612" y="5297107"/>
              <a:ext cx="2662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×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2" name="文本框 341">
              <a:extLst>
                <a:ext uri="{FF2B5EF4-FFF2-40B4-BE49-F238E27FC236}">
                  <a16:creationId xmlns:a16="http://schemas.microsoft.com/office/drawing/2014/main" id="{E9ACFA71-3A79-D00A-B281-023B30D09C1D}"/>
                </a:ext>
              </a:extLst>
            </p:cNvPr>
            <p:cNvSpPr txBox="1"/>
            <p:nvPr/>
          </p:nvSpPr>
          <p:spPr>
            <a:xfrm>
              <a:off x="2200061" y="6404205"/>
              <a:ext cx="5910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Linear</a:t>
              </a:r>
            </a:p>
          </p:txBody>
        </p:sp>
        <p:sp>
          <p:nvSpPr>
            <p:cNvPr id="343" name="文本框 342">
              <a:extLst>
                <a:ext uri="{FF2B5EF4-FFF2-40B4-BE49-F238E27FC236}">
                  <a16:creationId xmlns:a16="http://schemas.microsoft.com/office/drawing/2014/main" id="{5715C331-9BB7-C907-313A-F3718FD12EF8}"/>
                </a:ext>
              </a:extLst>
            </p:cNvPr>
            <p:cNvSpPr txBox="1"/>
            <p:nvPr/>
          </p:nvSpPr>
          <p:spPr>
            <a:xfrm>
              <a:off x="4013818" y="6131477"/>
              <a:ext cx="96922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Light-weight Linear</a:t>
              </a:r>
            </a:p>
          </p:txBody>
        </p:sp>
        <p:cxnSp>
          <p:nvCxnSpPr>
            <p:cNvPr id="345" name="连接符: 肘形 344">
              <a:extLst>
                <a:ext uri="{FF2B5EF4-FFF2-40B4-BE49-F238E27FC236}">
                  <a16:creationId xmlns:a16="http://schemas.microsoft.com/office/drawing/2014/main" id="{33504CAB-A110-7C7D-F77F-78CACEC3D7C7}"/>
                </a:ext>
              </a:extLst>
            </p:cNvPr>
            <p:cNvCxnSpPr>
              <a:cxnSpLocks/>
              <a:stCxn id="285" idx="6"/>
            </p:cNvCxnSpPr>
            <p:nvPr/>
          </p:nvCxnSpPr>
          <p:spPr>
            <a:xfrm flipV="1">
              <a:off x="4844176" y="4284677"/>
              <a:ext cx="323313" cy="1213122"/>
            </a:xfrm>
            <a:prstGeom prst="bentConnector2">
              <a:avLst/>
            </a:prstGeom>
            <a:ln w="952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7" name="文本框 346">
              <a:extLst>
                <a:ext uri="{FF2B5EF4-FFF2-40B4-BE49-F238E27FC236}">
                  <a16:creationId xmlns:a16="http://schemas.microsoft.com/office/drawing/2014/main" id="{EF6494A5-6C58-B2E9-1306-7AA8D9545451}"/>
                </a:ext>
              </a:extLst>
            </p:cNvPr>
            <p:cNvSpPr txBox="1"/>
            <p:nvPr/>
          </p:nvSpPr>
          <p:spPr>
            <a:xfrm>
              <a:off x="4799482" y="4840173"/>
              <a:ext cx="3324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8" name="文本框 347">
              <a:extLst>
                <a:ext uri="{FF2B5EF4-FFF2-40B4-BE49-F238E27FC236}">
                  <a16:creationId xmlns:a16="http://schemas.microsoft.com/office/drawing/2014/main" id="{A480B1CE-357C-5BF2-D0A4-96D4487188DF}"/>
                </a:ext>
              </a:extLst>
            </p:cNvPr>
            <p:cNvSpPr txBox="1"/>
            <p:nvPr/>
          </p:nvSpPr>
          <p:spPr>
            <a:xfrm>
              <a:off x="4799482" y="4480494"/>
              <a:ext cx="3324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9" name="文本框 348">
              <a:extLst>
                <a:ext uri="{FF2B5EF4-FFF2-40B4-BE49-F238E27FC236}">
                  <a16:creationId xmlns:a16="http://schemas.microsoft.com/office/drawing/2014/main" id="{AE30315A-CD95-3FDD-28D9-1813D003A975}"/>
                </a:ext>
              </a:extLst>
            </p:cNvPr>
            <p:cNvSpPr txBox="1"/>
            <p:nvPr/>
          </p:nvSpPr>
          <p:spPr>
            <a:xfrm>
              <a:off x="4799482" y="4157412"/>
              <a:ext cx="3324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endPara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5" name="立方体 354">
              <a:extLst>
                <a:ext uri="{FF2B5EF4-FFF2-40B4-BE49-F238E27FC236}">
                  <a16:creationId xmlns:a16="http://schemas.microsoft.com/office/drawing/2014/main" id="{DCE5D250-2D51-0221-ECDF-62E0DB10A1F9}"/>
                </a:ext>
              </a:extLst>
            </p:cNvPr>
            <p:cNvSpPr/>
            <p:nvPr/>
          </p:nvSpPr>
          <p:spPr>
            <a:xfrm>
              <a:off x="4895449" y="3900169"/>
              <a:ext cx="555260" cy="334642"/>
            </a:xfrm>
            <a:prstGeom prst="cube">
              <a:avLst>
                <a:gd name="adj" fmla="val 28595"/>
              </a:avLst>
            </a:prstGeom>
            <a:solidFill>
              <a:srgbClr val="EDE1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4" name="文本框 353">
              <a:extLst>
                <a:ext uri="{FF2B5EF4-FFF2-40B4-BE49-F238E27FC236}">
                  <a16:creationId xmlns:a16="http://schemas.microsoft.com/office/drawing/2014/main" id="{03939C79-5646-765E-34B6-47A67C3FEBF2}"/>
                </a:ext>
              </a:extLst>
            </p:cNvPr>
            <p:cNvSpPr txBox="1"/>
            <p:nvPr/>
          </p:nvSpPr>
          <p:spPr>
            <a:xfrm>
              <a:off x="4941808" y="3900169"/>
              <a:ext cx="59109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en-US" altLang="zh-CN" sz="1600" i="1" baseline="30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out</a:t>
              </a:r>
              <a:endParaRPr lang="en-US" altLang="zh-CN" sz="1600" i="1" baseline="30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57" name="直接箭头连接符 356">
              <a:extLst>
                <a:ext uri="{FF2B5EF4-FFF2-40B4-BE49-F238E27FC236}">
                  <a16:creationId xmlns:a16="http://schemas.microsoft.com/office/drawing/2014/main" id="{02C7CB55-075C-E58C-DE1D-BCC9920A56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9351" y="5763600"/>
              <a:ext cx="0" cy="24312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9" name="立方体 358">
              <a:extLst>
                <a:ext uri="{FF2B5EF4-FFF2-40B4-BE49-F238E27FC236}">
                  <a16:creationId xmlns:a16="http://schemas.microsoft.com/office/drawing/2014/main" id="{E0E9D755-E573-061D-C27B-F80BCF618BE4}"/>
                </a:ext>
              </a:extLst>
            </p:cNvPr>
            <p:cNvSpPr/>
            <p:nvPr/>
          </p:nvSpPr>
          <p:spPr>
            <a:xfrm>
              <a:off x="2611639" y="4056971"/>
              <a:ext cx="354160" cy="148313"/>
            </a:xfrm>
            <a:prstGeom prst="cube">
              <a:avLst>
                <a:gd name="adj" fmla="val 82777"/>
              </a:avLst>
            </a:prstGeom>
            <a:solidFill>
              <a:srgbClr val="D2C414"/>
            </a:solidFill>
            <a:ln>
              <a:noFill/>
            </a:ln>
            <a:effectLst>
              <a:outerShdw blurRad="50800" dist="50800" dir="5400000" algn="ctr" rotWithShape="0">
                <a:srgbClr val="000000">
                  <a:alpha val="4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0" name="立方体 359">
              <a:extLst>
                <a:ext uri="{FF2B5EF4-FFF2-40B4-BE49-F238E27FC236}">
                  <a16:creationId xmlns:a16="http://schemas.microsoft.com/office/drawing/2014/main" id="{726868A2-F2CA-54A5-717B-08EC081CA39C}"/>
                </a:ext>
              </a:extLst>
            </p:cNvPr>
            <p:cNvSpPr/>
            <p:nvPr/>
          </p:nvSpPr>
          <p:spPr>
            <a:xfrm>
              <a:off x="2399556" y="4334604"/>
              <a:ext cx="747066" cy="258920"/>
            </a:xfrm>
            <a:prstGeom prst="cube">
              <a:avLst>
                <a:gd name="adj" fmla="val 82777"/>
              </a:avLst>
            </a:prstGeom>
            <a:solidFill>
              <a:srgbClr val="B3A711"/>
            </a:solidFill>
            <a:ln>
              <a:noFill/>
            </a:ln>
            <a:effectLst>
              <a:outerShdw blurRad="50800" dist="50800" dir="5400000" algn="ctr" rotWithShape="0">
                <a:srgbClr val="000000">
                  <a:alpha val="4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7" name="文本框 296">
              <a:extLst>
                <a:ext uri="{FF2B5EF4-FFF2-40B4-BE49-F238E27FC236}">
                  <a16:creationId xmlns:a16="http://schemas.microsoft.com/office/drawing/2014/main" id="{B32E7A82-3B18-5CBE-A224-2026F04408FF}"/>
                </a:ext>
              </a:extLst>
            </p:cNvPr>
            <p:cNvSpPr txBox="1"/>
            <p:nvPr/>
          </p:nvSpPr>
          <p:spPr>
            <a:xfrm rot="5400000">
              <a:off x="2638442" y="4245711"/>
              <a:ext cx="3609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....</a:t>
              </a:r>
              <a:endParaRPr lang="zh-CN" altLang="en-US" sz="1400" b="1" dirty="0"/>
            </a:p>
          </p:txBody>
        </p:sp>
        <p:sp>
          <p:nvSpPr>
            <p:cNvPr id="361" name="立方体 360">
              <a:extLst>
                <a:ext uri="{FF2B5EF4-FFF2-40B4-BE49-F238E27FC236}">
                  <a16:creationId xmlns:a16="http://schemas.microsoft.com/office/drawing/2014/main" id="{9F80A658-D1DC-5A3B-DAD3-0289661F3196}"/>
                </a:ext>
              </a:extLst>
            </p:cNvPr>
            <p:cNvSpPr/>
            <p:nvPr/>
          </p:nvSpPr>
          <p:spPr>
            <a:xfrm>
              <a:off x="2204458" y="4769284"/>
              <a:ext cx="1170600" cy="387695"/>
            </a:xfrm>
            <a:prstGeom prst="cube">
              <a:avLst>
                <a:gd name="adj" fmla="val 82777"/>
              </a:avLst>
            </a:prstGeom>
            <a:solidFill>
              <a:srgbClr val="7A720C"/>
            </a:solidFill>
            <a:ln>
              <a:noFill/>
            </a:ln>
            <a:effectLst>
              <a:outerShdw blurRad="50800" dist="50800" dir="5400000" algn="ctr" rotWithShape="0">
                <a:srgbClr val="000000">
                  <a:alpha val="43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6" name="文本框 295">
              <a:extLst>
                <a:ext uri="{FF2B5EF4-FFF2-40B4-BE49-F238E27FC236}">
                  <a16:creationId xmlns:a16="http://schemas.microsoft.com/office/drawing/2014/main" id="{E1746F43-92C4-2167-1B0D-8F38D517B5FD}"/>
                </a:ext>
              </a:extLst>
            </p:cNvPr>
            <p:cNvSpPr txBox="1"/>
            <p:nvPr/>
          </p:nvSpPr>
          <p:spPr>
            <a:xfrm rot="5400000">
              <a:off x="2638442" y="4672770"/>
              <a:ext cx="36097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....</a:t>
              </a:r>
              <a:endParaRPr lang="zh-CN" altLang="en-US" sz="1400" b="1" dirty="0"/>
            </a:p>
          </p:txBody>
        </p:sp>
        <p:cxnSp>
          <p:nvCxnSpPr>
            <p:cNvPr id="367" name="直接箭头连接符 366">
              <a:extLst>
                <a:ext uri="{FF2B5EF4-FFF2-40B4-BE49-F238E27FC236}">
                  <a16:creationId xmlns:a16="http://schemas.microsoft.com/office/drawing/2014/main" id="{23141B1D-6AA0-B741-4DBA-E59FA6F066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01625" y="6014573"/>
              <a:ext cx="3775" cy="11889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9" name="文本框 368">
              <a:extLst>
                <a:ext uri="{FF2B5EF4-FFF2-40B4-BE49-F238E27FC236}">
                  <a16:creationId xmlns:a16="http://schemas.microsoft.com/office/drawing/2014/main" id="{5086A32B-05B5-D260-A916-AB7BBEFA106A}"/>
                </a:ext>
              </a:extLst>
            </p:cNvPr>
            <p:cNvSpPr txBox="1"/>
            <p:nvPr/>
          </p:nvSpPr>
          <p:spPr>
            <a:xfrm>
              <a:off x="2273439" y="3703323"/>
              <a:ext cx="1168851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05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Hierarchical Contextualization</a:t>
              </a:r>
              <a:endParaRPr lang="zh-CN" altLang="en-US" sz="105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0" name="文本框 369">
              <a:extLst>
                <a:ext uri="{FF2B5EF4-FFF2-40B4-BE49-F238E27FC236}">
                  <a16:creationId xmlns:a16="http://schemas.microsoft.com/office/drawing/2014/main" id="{235B21FF-8B09-115F-B948-9E8282DDEEAA}"/>
                </a:ext>
              </a:extLst>
            </p:cNvPr>
            <p:cNvSpPr txBox="1"/>
            <p:nvPr/>
          </p:nvSpPr>
          <p:spPr>
            <a:xfrm>
              <a:off x="3633732" y="3899022"/>
              <a:ext cx="929179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5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Gated Aggregation</a:t>
              </a:r>
              <a:endParaRPr lang="zh-CN" altLang="en-US" sz="105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8" name="文本框 377">
              <a:extLst>
                <a:ext uri="{FF2B5EF4-FFF2-40B4-BE49-F238E27FC236}">
                  <a16:creationId xmlns:a16="http://schemas.microsoft.com/office/drawing/2014/main" id="{126E4778-8A9D-30BA-D690-B577DD59FEAA}"/>
                </a:ext>
              </a:extLst>
            </p:cNvPr>
            <p:cNvSpPr txBox="1"/>
            <p:nvPr/>
          </p:nvSpPr>
          <p:spPr>
            <a:xfrm>
              <a:off x="-833366" y="6485435"/>
              <a:ext cx="5910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</a:p>
          </p:txBody>
        </p:sp>
        <p:sp>
          <p:nvSpPr>
            <p:cNvPr id="379" name="文本框 378">
              <a:extLst>
                <a:ext uri="{FF2B5EF4-FFF2-40B4-BE49-F238E27FC236}">
                  <a16:creationId xmlns:a16="http://schemas.microsoft.com/office/drawing/2014/main" id="{21855CC3-98D8-8315-2A5C-22408B68CFA3}"/>
                </a:ext>
              </a:extLst>
            </p:cNvPr>
            <p:cNvSpPr txBox="1"/>
            <p:nvPr/>
          </p:nvSpPr>
          <p:spPr>
            <a:xfrm>
              <a:off x="3146744" y="6401615"/>
              <a:ext cx="59109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</a:t>
              </a:r>
            </a:p>
          </p:txBody>
        </p:sp>
        <p:sp>
          <p:nvSpPr>
            <p:cNvPr id="384" name="文本框 383">
              <a:extLst>
                <a:ext uri="{FF2B5EF4-FFF2-40B4-BE49-F238E27FC236}">
                  <a16:creationId xmlns:a16="http://schemas.microsoft.com/office/drawing/2014/main" id="{F04906BF-E103-477E-F28F-F33CC967CCFE}"/>
                </a:ext>
              </a:extLst>
            </p:cNvPr>
            <p:cNvSpPr txBox="1"/>
            <p:nvPr/>
          </p:nvSpPr>
          <p:spPr>
            <a:xfrm>
              <a:off x="5632528" y="3564786"/>
              <a:ext cx="56556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  <a:r>
                <a:rPr lang="en-US" altLang="zh-CN" b="1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SuperToken</a:t>
              </a:r>
              <a:r>
                <a:rPr lang="en-US" altLang="zh-CN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Global Stream</a:t>
              </a:r>
              <a:endParaRPr lang="zh-CN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5" name="立方体 384">
              <a:extLst>
                <a:ext uri="{FF2B5EF4-FFF2-40B4-BE49-F238E27FC236}">
                  <a16:creationId xmlns:a16="http://schemas.microsoft.com/office/drawing/2014/main" id="{DF8ED32B-7CCC-23A0-B9DC-165CA018251A}"/>
                </a:ext>
              </a:extLst>
            </p:cNvPr>
            <p:cNvSpPr/>
            <p:nvPr/>
          </p:nvSpPr>
          <p:spPr>
            <a:xfrm>
              <a:off x="5701297" y="4538181"/>
              <a:ext cx="867366" cy="874458"/>
            </a:xfrm>
            <a:prstGeom prst="cube">
              <a:avLst>
                <a:gd name="adj" fmla="val 86626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6" name="文本框 385">
              <a:extLst>
                <a:ext uri="{FF2B5EF4-FFF2-40B4-BE49-F238E27FC236}">
                  <a16:creationId xmlns:a16="http://schemas.microsoft.com/office/drawing/2014/main" id="{3CE4255F-35AD-0140-DF72-94D4CD91B788}"/>
                </a:ext>
              </a:extLst>
            </p:cNvPr>
            <p:cNvSpPr txBox="1"/>
            <p:nvPr/>
          </p:nvSpPr>
          <p:spPr>
            <a:xfrm>
              <a:off x="5739051" y="6228549"/>
              <a:ext cx="84033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B×N×</a:t>
              </a:r>
              <a:r>
                <a: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90" name="文本框 389">
              <a:extLst>
                <a:ext uri="{FF2B5EF4-FFF2-40B4-BE49-F238E27FC236}">
                  <a16:creationId xmlns:a16="http://schemas.microsoft.com/office/drawing/2014/main" id="{5DA62E23-56A0-EA84-4D2F-47190ED9E242}"/>
                </a:ext>
              </a:extLst>
            </p:cNvPr>
            <p:cNvSpPr txBox="1"/>
            <p:nvPr/>
          </p:nvSpPr>
          <p:spPr>
            <a:xfrm rot="5400000">
              <a:off x="5860755" y="5190145"/>
              <a:ext cx="660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……</a:t>
              </a:r>
              <a:endParaRPr lang="zh-CN" altLang="en-US" sz="1400" b="1" dirty="0"/>
            </a:p>
          </p:txBody>
        </p:sp>
        <p:sp>
          <p:nvSpPr>
            <p:cNvPr id="392" name="文本框 391">
              <a:extLst>
                <a:ext uri="{FF2B5EF4-FFF2-40B4-BE49-F238E27FC236}">
                  <a16:creationId xmlns:a16="http://schemas.microsoft.com/office/drawing/2014/main" id="{E2BD9F2D-CC5C-06B6-4DE5-02B990B292F2}"/>
                </a:ext>
              </a:extLst>
            </p:cNvPr>
            <p:cNvSpPr txBox="1"/>
            <p:nvPr/>
          </p:nvSpPr>
          <p:spPr>
            <a:xfrm>
              <a:off x="5698443" y="6001726"/>
              <a:ext cx="11796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 = H × W</a:t>
              </a:r>
              <a:endParaRPr lang="zh-CN" alt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endParaRPr lang="zh-CN" altLang="en-US" dirty="0"/>
            </a:p>
          </p:txBody>
        </p:sp>
        <p:sp>
          <p:nvSpPr>
            <p:cNvPr id="393" name="文本框 392">
              <a:extLst>
                <a:ext uri="{FF2B5EF4-FFF2-40B4-BE49-F238E27FC236}">
                  <a16:creationId xmlns:a16="http://schemas.microsoft.com/office/drawing/2014/main" id="{5B4CE2EB-DE28-011D-4952-7D7505BA6E98}"/>
                </a:ext>
              </a:extLst>
            </p:cNvPr>
            <p:cNvSpPr txBox="1"/>
            <p:nvPr/>
          </p:nvSpPr>
          <p:spPr>
            <a:xfrm>
              <a:off x="5433921" y="6462212"/>
              <a:ext cx="14341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Input pixel token </a:t>
              </a:r>
              <a:r>
                <a:rPr lang="zh-CN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4" name="立方体 393">
              <a:extLst>
                <a:ext uri="{FF2B5EF4-FFF2-40B4-BE49-F238E27FC236}">
                  <a16:creationId xmlns:a16="http://schemas.microsoft.com/office/drawing/2014/main" id="{8D3405F6-F555-0B1E-00DA-83788B26C66A}"/>
                </a:ext>
              </a:extLst>
            </p:cNvPr>
            <p:cNvSpPr/>
            <p:nvPr/>
          </p:nvSpPr>
          <p:spPr>
            <a:xfrm>
              <a:off x="5701297" y="4245058"/>
              <a:ext cx="867366" cy="874458"/>
            </a:xfrm>
            <a:prstGeom prst="cube">
              <a:avLst>
                <a:gd name="adj" fmla="val 86626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5" name="立方体 394">
              <a:extLst>
                <a:ext uri="{FF2B5EF4-FFF2-40B4-BE49-F238E27FC236}">
                  <a16:creationId xmlns:a16="http://schemas.microsoft.com/office/drawing/2014/main" id="{190B5FA9-27EA-BA48-A82D-86090AA5F252}"/>
                </a:ext>
              </a:extLst>
            </p:cNvPr>
            <p:cNvSpPr/>
            <p:nvPr/>
          </p:nvSpPr>
          <p:spPr>
            <a:xfrm>
              <a:off x="5723609" y="3934950"/>
              <a:ext cx="867366" cy="874458"/>
            </a:xfrm>
            <a:prstGeom prst="cube">
              <a:avLst>
                <a:gd name="adj" fmla="val 86626"/>
              </a:avLst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`</a:t>
              </a:r>
              <a:endParaRPr lang="zh-CN" altLang="en-US" dirty="0"/>
            </a:p>
          </p:txBody>
        </p:sp>
        <p:sp>
          <p:nvSpPr>
            <p:cNvPr id="408" name="文本框 407">
              <a:extLst>
                <a:ext uri="{FF2B5EF4-FFF2-40B4-BE49-F238E27FC236}">
                  <a16:creationId xmlns:a16="http://schemas.microsoft.com/office/drawing/2014/main" id="{14504EC2-F3B0-FC34-42FF-CE68E73784EF}"/>
                </a:ext>
              </a:extLst>
            </p:cNvPr>
            <p:cNvSpPr txBox="1"/>
            <p:nvPr/>
          </p:nvSpPr>
          <p:spPr>
            <a:xfrm rot="5400000">
              <a:off x="9873293" y="5322552"/>
              <a:ext cx="5755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/>
                <a:t>……</a:t>
              </a:r>
              <a:endParaRPr lang="zh-CN" altLang="en-US" sz="1600" b="1" dirty="0"/>
            </a:p>
          </p:txBody>
        </p:sp>
        <p:sp>
          <p:nvSpPr>
            <p:cNvPr id="410" name="文本框 409">
              <a:extLst>
                <a:ext uri="{FF2B5EF4-FFF2-40B4-BE49-F238E27FC236}">
                  <a16:creationId xmlns:a16="http://schemas.microsoft.com/office/drawing/2014/main" id="{FF56EF39-2131-10B7-4458-6F095140DC97}"/>
                </a:ext>
              </a:extLst>
            </p:cNvPr>
            <p:cNvSpPr txBox="1"/>
            <p:nvPr/>
          </p:nvSpPr>
          <p:spPr>
            <a:xfrm>
              <a:off x="9107051" y="6453966"/>
              <a:ext cx="207207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SuperToken Router</a:t>
              </a:r>
              <a:endParaRPr lang="zh-CN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E46FC7DE-B424-25FE-7108-89F00BE4B5B2}"/>
                </a:ext>
              </a:extLst>
            </p:cNvPr>
            <p:cNvGrpSpPr/>
            <p:nvPr/>
          </p:nvGrpSpPr>
          <p:grpSpPr>
            <a:xfrm rot="5400000">
              <a:off x="7208632" y="4933281"/>
              <a:ext cx="1523979" cy="192213"/>
              <a:chOff x="9572646" y="4105887"/>
              <a:chExt cx="1198698" cy="110639"/>
            </a:xfrm>
          </p:grpSpPr>
          <p:sp>
            <p:nvSpPr>
              <p:cNvPr id="432" name="矩形 431">
                <a:extLst>
                  <a:ext uri="{FF2B5EF4-FFF2-40B4-BE49-F238E27FC236}">
                    <a16:creationId xmlns:a16="http://schemas.microsoft.com/office/drawing/2014/main" id="{4AD3E76C-FD6A-FC53-A6DB-201C69EAE0D2}"/>
                  </a:ext>
                </a:extLst>
              </p:cNvPr>
              <p:cNvSpPr/>
              <p:nvPr/>
            </p:nvSpPr>
            <p:spPr>
              <a:xfrm>
                <a:off x="9572646" y="4105887"/>
                <a:ext cx="137629" cy="11063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3" name="矩形 432">
                <a:extLst>
                  <a:ext uri="{FF2B5EF4-FFF2-40B4-BE49-F238E27FC236}">
                    <a16:creationId xmlns:a16="http://schemas.microsoft.com/office/drawing/2014/main" id="{A3DE59AA-5B9D-C737-71A5-5B219270603C}"/>
                  </a:ext>
                </a:extLst>
              </p:cNvPr>
              <p:cNvSpPr/>
              <p:nvPr/>
            </p:nvSpPr>
            <p:spPr>
              <a:xfrm>
                <a:off x="9708636" y="4105887"/>
                <a:ext cx="137629" cy="11063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4" name="矩形 433">
                <a:extLst>
                  <a:ext uri="{FF2B5EF4-FFF2-40B4-BE49-F238E27FC236}">
                    <a16:creationId xmlns:a16="http://schemas.microsoft.com/office/drawing/2014/main" id="{67E6F4FE-68C1-0D4F-BCA0-B702AD1045D8}"/>
                  </a:ext>
                </a:extLst>
              </p:cNvPr>
              <p:cNvSpPr/>
              <p:nvPr/>
            </p:nvSpPr>
            <p:spPr>
              <a:xfrm>
                <a:off x="9840734" y="4105887"/>
                <a:ext cx="137629" cy="11063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5" name="矩形 434">
                <a:extLst>
                  <a:ext uri="{FF2B5EF4-FFF2-40B4-BE49-F238E27FC236}">
                    <a16:creationId xmlns:a16="http://schemas.microsoft.com/office/drawing/2014/main" id="{4D274DE4-E3E7-8AE6-28F8-E0768A925FD2}"/>
                  </a:ext>
                </a:extLst>
              </p:cNvPr>
              <p:cNvSpPr/>
              <p:nvPr/>
            </p:nvSpPr>
            <p:spPr>
              <a:xfrm>
                <a:off x="9977249" y="4105887"/>
                <a:ext cx="137629" cy="11063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6" name="矩形 435">
                <a:extLst>
                  <a:ext uri="{FF2B5EF4-FFF2-40B4-BE49-F238E27FC236}">
                    <a16:creationId xmlns:a16="http://schemas.microsoft.com/office/drawing/2014/main" id="{21E6A5C8-B14F-E9FA-0CF1-7F16D10D325C}"/>
                  </a:ext>
                </a:extLst>
              </p:cNvPr>
              <p:cNvSpPr/>
              <p:nvPr/>
            </p:nvSpPr>
            <p:spPr>
              <a:xfrm>
                <a:off x="10113239" y="4105887"/>
                <a:ext cx="137629" cy="110639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7" name="矩形 436">
                <a:extLst>
                  <a:ext uri="{FF2B5EF4-FFF2-40B4-BE49-F238E27FC236}">
                    <a16:creationId xmlns:a16="http://schemas.microsoft.com/office/drawing/2014/main" id="{B67EEBCF-D80D-4D7F-3807-221A3426C8D7}"/>
                  </a:ext>
                </a:extLst>
              </p:cNvPr>
              <p:cNvSpPr/>
              <p:nvPr/>
            </p:nvSpPr>
            <p:spPr>
              <a:xfrm>
                <a:off x="10245337" y="4105887"/>
                <a:ext cx="137629" cy="110639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39" name="矩形 438">
                <a:extLst>
                  <a:ext uri="{FF2B5EF4-FFF2-40B4-BE49-F238E27FC236}">
                    <a16:creationId xmlns:a16="http://schemas.microsoft.com/office/drawing/2014/main" id="{2B436E1C-F991-1941-C625-DA2BF4E187EB}"/>
                  </a:ext>
                </a:extLst>
              </p:cNvPr>
              <p:cNvSpPr/>
              <p:nvPr/>
            </p:nvSpPr>
            <p:spPr>
              <a:xfrm>
                <a:off x="10501617" y="4105887"/>
                <a:ext cx="137629" cy="110639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0" name="矩形 439">
                <a:extLst>
                  <a:ext uri="{FF2B5EF4-FFF2-40B4-BE49-F238E27FC236}">
                    <a16:creationId xmlns:a16="http://schemas.microsoft.com/office/drawing/2014/main" id="{119B06B2-70AA-FC0F-A9D8-B15AFDDC49B9}"/>
                  </a:ext>
                </a:extLst>
              </p:cNvPr>
              <p:cNvSpPr/>
              <p:nvPr/>
            </p:nvSpPr>
            <p:spPr>
              <a:xfrm>
                <a:off x="10633715" y="4105887"/>
                <a:ext cx="137629" cy="110639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24B3637C-1B57-F85F-AC44-36698DABA0E7}"/>
                  </a:ext>
                </a:extLst>
              </p:cNvPr>
              <p:cNvSpPr/>
              <p:nvPr/>
            </p:nvSpPr>
            <p:spPr>
              <a:xfrm>
                <a:off x="10370833" y="4105887"/>
                <a:ext cx="137629" cy="11063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B5DF331D-83A6-0A35-C8C9-7EADD963DF72}"/>
                </a:ext>
              </a:extLst>
            </p:cNvPr>
            <p:cNvGrpSpPr/>
            <p:nvPr/>
          </p:nvGrpSpPr>
          <p:grpSpPr>
            <a:xfrm rot="5400000">
              <a:off x="6840452" y="4929664"/>
              <a:ext cx="1522800" cy="190800"/>
              <a:chOff x="9582622" y="4350906"/>
              <a:chExt cx="1172714" cy="110639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894C9EF7-F5C2-828D-0B01-5B088871D81B}"/>
                  </a:ext>
                </a:extLst>
              </p:cNvPr>
              <p:cNvSpPr/>
              <p:nvPr/>
            </p:nvSpPr>
            <p:spPr>
              <a:xfrm>
                <a:off x="10231146" y="4350906"/>
                <a:ext cx="137629" cy="11063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FD49AFCB-6F99-C2B5-6840-59D0D02B2BD2}"/>
                  </a:ext>
                </a:extLst>
              </p:cNvPr>
              <p:cNvSpPr/>
              <p:nvPr/>
            </p:nvSpPr>
            <p:spPr>
              <a:xfrm>
                <a:off x="9708636" y="4350906"/>
                <a:ext cx="137629" cy="11063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71FE26AE-45CC-3EE2-BD5F-53F7A48AAA48}"/>
                  </a:ext>
                </a:extLst>
              </p:cNvPr>
              <p:cNvSpPr/>
              <p:nvPr/>
            </p:nvSpPr>
            <p:spPr>
              <a:xfrm>
                <a:off x="10617707" y="4350906"/>
                <a:ext cx="137629" cy="11063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BBE8EF3D-EF8C-3E5F-A07F-BCD41FACB220}"/>
                  </a:ext>
                </a:extLst>
              </p:cNvPr>
              <p:cNvSpPr/>
              <p:nvPr/>
            </p:nvSpPr>
            <p:spPr>
              <a:xfrm>
                <a:off x="9977249" y="4350906"/>
                <a:ext cx="137629" cy="11063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A0FD7AE8-3A5E-D671-FF38-D4A2E794F996}"/>
                  </a:ext>
                </a:extLst>
              </p:cNvPr>
              <p:cNvSpPr/>
              <p:nvPr/>
            </p:nvSpPr>
            <p:spPr>
              <a:xfrm>
                <a:off x="10113239" y="4350906"/>
                <a:ext cx="137629" cy="110639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F72949F-2E32-D205-F871-7FF7F8E64AA8}"/>
                  </a:ext>
                </a:extLst>
              </p:cNvPr>
              <p:cNvSpPr/>
              <p:nvPr/>
            </p:nvSpPr>
            <p:spPr>
              <a:xfrm>
                <a:off x="9582622" y="4350906"/>
                <a:ext cx="137629" cy="110639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CC244424-9F59-50CF-D214-2E14D2A3CF86}"/>
                  </a:ext>
                </a:extLst>
              </p:cNvPr>
              <p:cNvSpPr/>
              <p:nvPr/>
            </p:nvSpPr>
            <p:spPr>
              <a:xfrm>
                <a:off x="10501617" y="4350906"/>
                <a:ext cx="137629" cy="110639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8B656A73-6017-469D-2804-E10FAA8CF955}"/>
                  </a:ext>
                </a:extLst>
              </p:cNvPr>
              <p:cNvSpPr/>
              <p:nvPr/>
            </p:nvSpPr>
            <p:spPr>
              <a:xfrm>
                <a:off x="9840734" y="4350906"/>
                <a:ext cx="137629" cy="110639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067ECFF4-F4ED-C1C4-68E4-616C97E70C2F}"/>
                  </a:ext>
                </a:extLst>
              </p:cNvPr>
              <p:cNvSpPr/>
              <p:nvPr/>
            </p:nvSpPr>
            <p:spPr>
              <a:xfrm>
                <a:off x="10370833" y="4350906"/>
                <a:ext cx="137629" cy="11063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71DC452E-D358-0297-2904-3F323684ED22}"/>
                </a:ext>
              </a:extLst>
            </p:cNvPr>
            <p:cNvGrpSpPr/>
            <p:nvPr/>
          </p:nvGrpSpPr>
          <p:grpSpPr>
            <a:xfrm rot="5400000">
              <a:off x="6471737" y="4943799"/>
              <a:ext cx="1522800" cy="190800"/>
              <a:chOff x="9582622" y="4630523"/>
              <a:chExt cx="1205391" cy="110639"/>
            </a:xfrm>
          </p:grpSpPr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0F3B8559-38EC-CE33-043B-0573ADF2411D}"/>
                  </a:ext>
                </a:extLst>
              </p:cNvPr>
              <p:cNvSpPr/>
              <p:nvPr/>
            </p:nvSpPr>
            <p:spPr>
              <a:xfrm>
                <a:off x="10516216" y="4630523"/>
                <a:ext cx="137629" cy="11063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DF511338-43EC-BCE3-2C5B-DF89322A72B8}"/>
                  </a:ext>
                </a:extLst>
              </p:cNvPr>
              <p:cNvSpPr/>
              <p:nvPr/>
            </p:nvSpPr>
            <p:spPr>
              <a:xfrm>
                <a:off x="9708636" y="4630523"/>
                <a:ext cx="137629" cy="11063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209BB52D-2D83-0CDF-48DD-C71BA7A4B775}"/>
                  </a:ext>
                </a:extLst>
              </p:cNvPr>
              <p:cNvSpPr/>
              <p:nvPr/>
            </p:nvSpPr>
            <p:spPr>
              <a:xfrm>
                <a:off x="10650384" y="4630523"/>
                <a:ext cx="137629" cy="11063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577349CF-81F6-D826-10A9-FCC14BEE400D}"/>
                  </a:ext>
                </a:extLst>
              </p:cNvPr>
              <p:cNvSpPr/>
              <p:nvPr/>
            </p:nvSpPr>
            <p:spPr>
              <a:xfrm>
                <a:off x="10245337" y="4630523"/>
                <a:ext cx="137629" cy="11063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D19D4217-B1E5-EF8E-614B-2797EF1E9943}"/>
                  </a:ext>
                </a:extLst>
              </p:cNvPr>
              <p:cNvSpPr/>
              <p:nvPr/>
            </p:nvSpPr>
            <p:spPr>
              <a:xfrm>
                <a:off x="10113239" y="4630523"/>
                <a:ext cx="137629" cy="110639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8C31C8D7-F4AF-1B0E-8CAB-26959A01E819}"/>
                  </a:ext>
                </a:extLst>
              </p:cNvPr>
              <p:cNvSpPr/>
              <p:nvPr/>
            </p:nvSpPr>
            <p:spPr>
              <a:xfrm>
                <a:off x="9582622" y="4630523"/>
                <a:ext cx="137629" cy="110639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085DC788-CF1E-2807-8FB7-C4FEBE16CBB3}"/>
                  </a:ext>
                </a:extLst>
              </p:cNvPr>
              <p:cNvSpPr/>
              <p:nvPr/>
            </p:nvSpPr>
            <p:spPr>
              <a:xfrm>
                <a:off x="9977249" y="4630523"/>
                <a:ext cx="137629" cy="110639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63EE7266-AF31-575D-3F78-FC8B9F8EBB86}"/>
                  </a:ext>
                </a:extLst>
              </p:cNvPr>
              <p:cNvSpPr/>
              <p:nvPr/>
            </p:nvSpPr>
            <p:spPr>
              <a:xfrm>
                <a:off x="9840734" y="4630523"/>
                <a:ext cx="137629" cy="110639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FC818F58-6C87-939C-2105-97AADEB65425}"/>
                  </a:ext>
                </a:extLst>
              </p:cNvPr>
              <p:cNvSpPr/>
              <p:nvPr/>
            </p:nvSpPr>
            <p:spPr>
              <a:xfrm>
                <a:off x="10370833" y="4630523"/>
                <a:ext cx="137629" cy="11063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B36D46E1-A7EB-C3C9-06E2-E2FB4FDCB92A}"/>
                </a:ext>
              </a:extLst>
            </p:cNvPr>
            <p:cNvGrpSpPr/>
            <p:nvPr/>
          </p:nvGrpSpPr>
          <p:grpSpPr>
            <a:xfrm rot="5400000">
              <a:off x="8128116" y="4942640"/>
              <a:ext cx="1522800" cy="190800"/>
              <a:chOff x="9579879" y="5432564"/>
              <a:chExt cx="1175457" cy="110639"/>
            </a:xfrm>
          </p:grpSpPr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FE9B3B5D-CBAA-676B-C646-2EF1E74B74FD}"/>
                  </a:ext>
                </a:extLst>
              </p:cNvPr>
              <p:cNvSpPr/>
              <p:nvPr/>
            </p:nvSpPr>
            <p:spPr>
              <a:xfrm>
                <a:off x="9840734" y="5432564"/>
                <a:ext cx="137629" cy="11063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B7DB1106-CB38-A13B-ABCA-9D7D8D05BD39}"/>
                  </a:ext>
                </a:extLst>
              </p:cNvPr>
              <p:cNvSpPr/>
              <p:nvPr/>
            </p:nvSpPr>
            <p:spPr>
              <a:xfrm>
                <a:off x="9708636" y="5432564"/>
                <a:ext cx="137629" cy="110639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id="{86E1D728-4B73-EC7F-2BA7-37F40817ECDB}"/>
                  </a:ext>
                </a:extLst>
              </p:cNvPr>
              <p:cNvSpPr/>
              <p:nvPr/>
            </p:nvSpPr>
            <p:spPr>
              <a:xfrm>
                <a:off x="10617707" y="5432564"/>
                <a:ext cx="137629" cy="11063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矩形 48">
                <a:extLst>
                  <a:ext uri="{FF2B5EF4-FFF2-40B4-BE49-F238E27FC236}">
                    <a16:creationId xmlns:a16="http://schemas.microsoft.com/office/drawing/2014/main" id="{4A871EB5-5705-C114-B19C-6724D74D4E45}"/>
                  </a:ext>
                </a:extLst>
              </p:cNvPr>
              <p:cNvSpPr/>
              <p:nvPr/>
            </p:nvSpPr>
            <p:spPr>
              <a:xfrm>
                <a:off x="10245337" y="5432564"/>
                <a:ext cx="137629" cy="11063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883D814F-14E4-9B78-1C10-42043CB85920}"/>
                  </a:ext>
                </a:extLst>
              </p:cNvPr>
              <p:cNvSpPr/>
              <p:nvPr/>
            </p:nvSpPr>
            <p:spPr>
              <a:xfrm>
                <a:off x="10497959" y="5432564"/>
                <a:ext cx="137629" cy="110639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DDA182C6-A5F9-A4BF-5977-59462F332087}"/>
                  </a:ext>
                </a:extLst>
              </p:cNvPr>
              <p:cNvSpPr/>
              <p:nvPr/>
            </p:nvSpPr>
            <p:spPr>
              <a:xfrm>
                <a:off x="10107708" y="5432564"/>
                <a:ext cx="137629" cy="110639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947F92EC-98EB-7D63-7563-4128F6E0C85E}"/>
                  </a:ext>
                </a:extLst>
              </p:cNvPr>
              <p:cNvSpPr/>
              <p:nvPr/>
            </p:nvSpPr>
            <p:spPr>
              <a:xfrm>
                <a:off x="9977249" y="5432564"/>
                <a:ext cx="137629" cy="110639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03EF7835-ABA9-3785-EF1A-25B92428E146}"/>
                  </a:ext>
                </a:extLst>
              </p:cNvPr>
              <p:cNvSpPr/>
              <p:nvPr/>
            </p:nvSpPr>
            <p:spPr>
              <a:xfrm>
                <a:off x="9579879" y="5432564"/>
                <a:ext cx="137629" cy="110639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4C2BD730-FB10-FD23-6502-3485A820A536}"/>
                  </a:ext>
                </a:extLst>
              </p:cNvPr>
              <p:cNvSpPr/>
              <p:nvPr/>
            </p:nvSpPr>
            <p:spPr>
              <a:xfrm>
                <a:off x="10370833" y="5432564"/>
                <a:ext cx="137629" cy="110639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68" name="文本框 67">
              <a:extLst>
                <a:ext uri="{FF2B5EF4-FFF2-40B4-BE49-F238E27FC236}">
                  <a16:creationId xmlns:a16="http://schemas.microsoft.com/office/drawing/2014/main" id="{B70247A2-C1E7-FAF1-8C47-E5AAE7A507A6}"/>
                </a:ext>
              </a:extLst>
            </p:cNvPr>
            <p:cNvSpPr txBox="1"/>
            <p:nvPr/>
          </p:nvSpPr>
          <p:spPr>
            <a:xfrm rot="10800000">
              <a:off x="8044472" y="5072309"/>
              <a:ext cx="660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……</a:t>
              </a:r>
              <a:endParaRPr lang="zh-CN" altLang="en-US" sz="1400" b="1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924D3E7C-5F37-986C-C522-7A211FE89C13}"/>
                </a:ext>
              </a:extLst>
            </p:cNvPr>
            <p:cNvSpPr txBox="1"/>
            <p:nvPr/>
          </p:nvSpPr>
          <p:spPr>
            <a:xfrm>
              <a:off x="7213355" y="6515521"/>
              <a:ext cx="14341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Assignment Matrix</a:t>
              </a:r>
              <a:endParaRPr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圆柱体 100">
              <a:extLst>
                <a:ext uri="{FF2B5EF4-FFF2-40B4-BE49-F238E27FC236}">
                  <a16:creationId xmlns:a16="http://schemas.microsoft.com/office/drawing/2014/main" id="{B8E007EF-EDCF-F04C-72C2-58D4AE681F12}"/>
                </a:ext>
              </a:extLst>
            </p:cNvPr>
            <p:cNvSpPr/>
            <p:nvPr/>
          </p:nvSpPr>
          <p:spPr>
            <a:xfrm rot="14938255">
              <a:off x="10049718" y="5162950"/>
              <a:ext cx="124280" cy="1307143"/>
            </a:xfrm>
            <a:prstGeom prst="can">
              <a:avLst>
                <a:gd name="adj" fmla="val 50000"/>
              </a:avLst>
            </a:prstGeom>
            <a:solidFill>
              <a:srgbClr val="747474"/>
            </a:solidFill>
            <a:ln w="28575">
              <a:solidFill>
                <a:srgbClr val="A6A6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1" name="文本框 410">
              <a:extLst>
                <a:ext uri="{FF2B5EF4-FFF2-40B4-BE49-F238E27FC236}">
                  <a16:creationId xmlns:a16="http://schemas.microsoft.com/office/drawing/2014/main" id="{79C71D44-0F25-41FD-6B72-1683FBDEB9E3}"/>
                </a:ext>
              </a:extLst>
            </p:cNvPr>
            <p:cNvSpPr txBox="1"/>
            <p:nvPr/>
          </p:nvSpPr>
          <p:spPr>
            <a:xfrm>
              <a:off x="10155938" y="3690036"/>
              <a:ext cx="246877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4096 pixel tokens → 64 </a:t>
              </a:r>
              <a:r>
                <a:rPr lang="en-US" altLang="zh-CN" sz="1200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supertokens</a:t>
              </a:r>
              <a:endParaRPr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圆柱体 106">
              <a:extLst>
                <a:ext uri="{FF2B5EF4-FFF2-40B4-BE49-F238E27FC236}">
                  <a16:creationId xmlns:a16="http://schemas.microsoft.com/office/drawing/2014/main" id="{71FEAF23-9DD7-DAE6-6977-A5B2A86E7E66}"/>
                </a:ext>
              </a:extLst>
            </p:cNvPr>
            <p:cNvSpPr/>
            <p:nvPr/>
          </p:nvSpPr>
          <p:spPr>
            <a:xfrm rot="14938255">
              <a:off x="10063923" y="4518613"/>
              <a:ext cx="124280" cy="1307143"/>
            </a:xfrm>
            <a:prstGeom prst="can">
              <a:avLst>
                <a:gd name="adj" fmla="val 50000"/>
              </a:avLst>
            </a:prstGeom>
            <a:solidFill>
              <a:srgbClr val="4E95D9"/>
            </a:solidFill>
            <a:ln w="28575">
              <a:solidFill>
                <a:srgbClr val="A6A6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圆柱体 110">
              <a:extLst>
                <a:ext uri="{FF2B5EF4-FFF2-40B4-BE49-F238E27FC236}">
                  <a16:creationId xmlns:a16="http://schemas.microsoft.com/office/drawing/2014/main" id="{98ADC0BB-73CB-87BC-DF7C-614CA56FD623}"/>
                </a:ext>
              </a:extLst>
            </p:cNvPr>
            <p:cNvSpPr/>
            <p:nvPr/>
          </p:nvSpPr>
          <p:spPr>
            <a:xfrm rot="14938255">
              <a:off x="10063923" y="4203991"/>
              <a:ext cx="124280" cy="1307143"/>
            </a:xfrm>
            <a:prstGeom prst="can">
              <a:avLst>
                <a:gd name="adj" fmla="val 50000"/>
              </a:avLst>
            </a:prstGeom>
            <a:solidFill>
              <a:srgbClr val="61CBF4"/>
            </a:solidFill>
            <a:ln w="28575">
              <a:solidFill>
                <a:srgbClr val="A6A6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圆柱体 111">
              <a:extLst>
                <a:ext uri="{FF2B5EF4-FFF2-40B4-BE49-F238E27FC236}">
                  <a16:creationId xmlns:a16="http://schemas.microsoft.com/office/drawing/2014/main" id="{2720F88C-AC74-691C-C942-F3F8FE682758}"/>
                </a:ext>
              </a:extLst>
            </p:cNvPr>
            <p:cNvSpPr/>
            <p:nvPr/>
          </p:nvSpPr>
          <p:spPr>
            <a:xfrm rot="14938255">
              <a:off x="10063923" y="3605993"/>
              <a:ext cx="124280" cy="1307143"/>
            </a:xfrm>
            <a:prstGeom prst="can">
              <a:avLst>
                <a:gd name="adj" fmla="val 50000"/>
              </a:avLst>
            </a:prstGeom>
            <a:solidFill>
              <a:srgbClr val="D86ECC"/>
            </a:solidFill>
            <a:ln w="28575">
              <a:solidFill>
                <a:srgbClr val="A6A6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圆柱体 112">
              <a:extLst>
                <a:ext uri="{FF2B5EF4-FFF2-40B4-BE49-F238E27FC236}">
                  <a16:creationId xmlns:a16="http://schemas.microsoft.com/office/drawing/2014/main" id="{EE52EB33-4681-AC3C-38E4-07ACA0765643}"/>
                </a:ext>
              </a:extLst>
            </p:cNvPr>
            <p:cNvSpPr/>
            <p:nvPr/>
          </p:nvSpPr>
          <p:spPr>
            <a:xfrm rot="14938255">
              <a:off x="10063923" y="3950565"/>
              <a:ext cx="124280" cy="1307143"/>
            </a:xfrm>
            <a:prstGeom prst="can">
              <a:avLst>
                <a:gd name="adj" fmla="val 50000"/>
              </a:avLst>
            </a:prstGeom>
            <a:solidFill>
              <a:srgbClr val="8ED973"/>
            </a:solidFill>
            <a:ln w="28575">
              <a:solidFill>
                <a:srgbClr val="A6A6A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: 圆角 113">
              <a:extLst>
                <a:ext uri="{FF2B5EF4-FFF2-40B4-BE49-F238E27FC236}">
                  <a16:creationId xmlns:a16="http://schemas.microsoft.com/office/drawing/2014/main" id="{2E3FFD57-4C5C-CADF-62D8-BC0985A2A114}"/>
                </a:ext>
              </a:extLst>
            </p:cNvPr>
            <p:cNvSpPr/>
            <p:nvPr/>
          </p:nvSpPr>
          <p:spPr>
            <a:xfrm>
              <a:off x="11098099" y="4073461"/>
              <a:ext cx="2874666" cy="1335401"/>
            </a:xfrm>
            <a:prstGeom prst="roundRect">
              <a:avLst>
                <a:gd name="adj" fmla="val 8676"/>
              </a:avLst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id="{6DE3BBEF-A0CF-D3B7-292A-471AFAB16257}"/>
                </a:ext>
              </a:extLst>
            </p:cNvPr>
            <p:cNvSpPr txBox="1"/>
            <p:nvPr/>
          </p:nvSpPr>
          <p:spPr>
            <a:xfrm>
              <a:off x="10641754" y="4032639"/>
              <a:ext cx="20304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SSM</a:t>
              </a:r>
              <a:endParaRPr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81524AE4-8AB0-0188-448C-1EBAA426A4B8}"/>
                    </a:ext>
                  </a:extLst>
                </p:cNvPr>
                <p:cNvSpPr txBox="1"/>
                <p:nvPr/>
              </p:nvSpPr>
              <p:spPr>
                <a:xfrm>
                  <a:off x="11533320" y="4643670"/>
                  <a:ext cx="2139753" cy="58208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̄"/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ₜ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̄"/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ₜ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23" name="文本框 122">
                  <a:extLst>
                    <a:ext uri="{FF2B5EF4-FFF2-40B4-BE49-F238E27FC236}">
                      <a16:creationId xmlns:a16="http://schemas.microsoft.com/office/drawing/2014/main" id="{81524AE4-8AB0-0188-448C-1EBAA426A4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33320" y="4643670"/>
                  <a:ext cx="2139753" cy="582082"/>
                </a:xfrm>
                <a:prstGeom prst="rect">
                  <a:avLst/>
                </a:prstGeom>
                <a:blipFill>
                  <a:blip r:embed="rId6"/>
                  <a:stretch>
                    <a:fillRect t="-105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F8543B13-4045-68DF-E9C2-B670E137A7B7}"/>
                    </a:ext>
                  </a:extLst>
                </p:cNvPr>
                <p:cNvSpPr txBox="1"/>
                <p:nvPr/>
              </p:nvSpPr>
              <p:spPr>
                <a:xfrm>
                  <a:off x="11635335" y="4984512"/>
                  <a:ext cx="1990032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zh-CN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zh-CN" i="1">
                            <a:latin typeface="Cambria Math" panose="02040503050406030204" pitchFamily="18" charset="0"/>
                          </a:rPr>
                          <m:t>= </m:t>
                        </m:r>
                        <m:sSub>
                          <m:sSubPr>
                            <m:ctrlPr>
                              <a:rPr lang="fr-FR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zh-CN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fr-FR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sSub>
                          <m:sSubPr>
                            <m:ctrlPr>
                              <a:rPr lang="fr-FR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zh-CN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fr-FR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fr-FR" altLang="zh-CN" i="1">
                            <a:latin typeface="Cambria Math" panose="02040503050406030204" pitchFamily="18" charset="0"/>
                          </a:rPr>
                          <m:t>+ </m:t>
                        </m:r>
                        <m:r>
                          <a:rPr lang="fr-FR" altLang="zh-CN" i="1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fr-FR" altLang="zh-CN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fr-FR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zh-CN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fr-FR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endPara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25" name="文本框 124">
                  <a:extLst>
                    <a:ext uri="{FF2B5EF4-FFF2-40B4-BE49-F238E27FC236}">
                      <a16:creationId xmlns:a16="http://schemas.microsoft.com/office/drawing/2014/main" id="{F8543B13-4045-68DF-E9C2-B670E137A7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35335" y="4984512"/>
                  <a:ext cx="1990032" cy="55399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A6C5A9AC-D57C-1AEA-8351-4EAA595A4B29}"/>
                    </a:ext>
                  </a:extLst>
                </p:cNvPr>
                <p:cNvSpPr txBox="1"/>
                <p:nvPr/>
              </p:nvSpPr>
              <p:spPr>
                <a:xfrm>
                  <a:off x="11109500" y="4319735"/>
                  <a:ext cx="2710614" cy="27873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̄"/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ₜ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𝑒𝑥𝑝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l-GR" altLang="zh-CN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ₜ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 </m:t>
                        </m:r>
                        <m:acc>
                          <m:accPr>
                            <m:chr m:val="̄"/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ₜ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= </m:t>
                        </m:r>
                        <m:r>
                          <a:rPr lang="el-GR" altLang="zh-CN" i="1">
                            <a:latin typeface="Cambria Math" panose="02040503050406030204" pitchFamily="18" charset="0"/>
                          </a:rPr>
                          <m:t>𝛥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ₜ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ₜ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A6C5A9AC-D57C-1AEA-8351-4EAA595A4B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09500" y="4319735"/>
                  <a:ext cx="2710614" cy="278731"/>
                </a:xfrm>
                <a:prstGeom prst="rect">
                  <a:avLst/>
                </a:prstGeom>
                <a:blipFill>
                  <a:blip r:embed="rId8"/>
                  <a:stretch>
                    <a:fillRect l="-1348" t="-4444" r="-2247" b="-2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0" name="组合 149">
              <a:extLst>
                <a:ext uri="{FF2B5EF4-FFF2-40B4-BE49-F238E27FC236}">
                  <a16:creationId xmlns:a16="http://schemas.microsoft.com/office/drawing/2014/main" id="{99A4FCF6-A994-490F-F8AF-D55666CF8DD9}"/>
                </a:ext>
              </a:extLst>
            </p:cNvPr>
            <p:cNvGrpSpPr/>
            <p:nvPr/>
          </p:nvGrpSpPr>
          <p:grpSpPr>
            <a:xfrm>
              <a:off x="14291233" y="4030239"/>
              <a:ext cx="1465200" cy="442800"/>
              <a:chOff x="16703719" y="3768735"/>
              <a:chExt cx="1726210" cy="441322"/>
            </a:xfrm>
          </p:grpSpPr>
          <p:sp>
            <p:nvSpPr>
              <p:cNvPr id="138" name="圆柱体 137">
                <a:extLst>
                  <a:ext uri="{FF2B5EF4-FFF2-40B4-BE49-F238E27FC236}">
                    <a16:creationId xmlns:a16="http://schemas.microsoft.com/office/drawing/2014/main" id="{CB915C16-5383-56F0-6ACF-18EB914DF47D}"/>
                  </a:ext>
                </a:extLst>
              </p:cNvPr>
              <p:cNvSpPr/>
              <p:nvPr/>
            </p:nvSpPr>
            <p:spPr>
              <a:xfrm rot="14938255">
                <a:off x="18003637" y="3466722"/>
                <a:ext cx="124280" cy="728305"/>
              </a:xfrm>
              <a:prstGeom prst="can">
                <a:avLst>
                  <a:gd name="adj" fmla="val 50000"/>
                </a:avLst>
              </a:prstGeom>
              <a:solidFill>
                <a:srgbClr val="4E95D9"/>
              </a:solidFill>
              <a:ln w="28575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" name="圆柱体 136">
                <a:extLst>
                  <a:ext uri="{FF2B5EF4-FFF2-40B4-BE49-F238E27FC236}">
                    <a16:creationId xmlns:a16="http://schemas.microsoft.com/office/drawing/2014/main" id="{A6AEE548-0E73-B657-F718-657DE4DA94C1}"/>
                  </a:ext>
                </a:extLst>
              </p:cNvPr>
              <p:cNvSpPr/>
              <p:nvPr/>
            </p:nvSpPr>
            <p:spPr>
              <a:xfrm rot="14938255">
                <a:off x="17498746" y="3756743"/>
                <a:ext cx="124280" cy="475065"/>
              </a:xfrm>
              <a:prstGeom prst="can">
                <a:avLst>
                  <a:gd name="adj" fmla="val 50000"/>
                </a:avLst>
              </a:prstGeom>
              <a:solidFill>
                <a:srgbClr val="8ED973"/>
              </a:solidFill>
              <a:ln w="28575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6" name="圆柱体 135">
                <a:extLst>
                  <a:ext uri="{FF2B5EF4-FFF2-40B4-BE49-F238E27FC236}">
                    <a16:creationId xmlns:a16="http://schemas.microsoft.com/office/drawing/2014/main" id="{07F31596-67C1-E1C4-1248-3BF456548736}"/>
                  </a:ext>
                </a:extLst>
              </p:cNvPr>
              <p:cNvSpPr/>
              <p:nvPr/>
            </p:nvSpPr>
            <p:spPr>
              <a:xfrm rot="14938255">
                <a:off x="17028070" y="3761426"/>
                <a:ext cx="124280" cy="772982"/>
              </a:xfrm>
              <a:prstGeom prst="can">
                <a:avLst>
                  <a:gd name="adj" fmla="val 50000"/>
                </a:avLst>
              </a:prstGeom>
              <a:solidFill>
                <a:srgbClr val="D86ECC"/>
              </a:solidFill>
              <a:ln w="28575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1" name="组合 150">
              <a:extLst>
                <a:ext uri="{FF2B5EF4-FFF2-40B4-BE49-F238E27FC236}">
                  <a16:creationId xmlns:a16="http://schemas.microsoft.com/office/drawing/2014/main" id="{853BF114-A220-9B21-708C-CFB1109D25AC}"/>
                </a:ext>
              </a:extLst>
            </p:cNvPr>
            <p:cNvGrpSpPr/>
            <p:nvPr/>
          </p:nvGrpSpPr>
          <p:grpSpPr>
            <a:xfrm>
              <a:off x="14291233" y="4368795"/>
              <a:ext cx="1421338" cy="354402"/>
              <a:chOff x="16743518" y="4085929"/>
              <a:chExt cx="1844032" cy="408224"/>
            </a:xfrm>
          </p:grpSpPr>
          <p:sp>
            <p:nvSpPr>
              <p:cNvPr id="141" name="圆柱体 140">
                <a:extLst>
                  <a:ext uri="{FF2B5EF4-FFF2-40B4-BE49-F238E27FC236}">
                    <a16:creationId xmlns:a16="http://schemas.microsoft.com/office/drawing/2014/main" id="{03943F64-A8DE-1D16-659D-68F9C306F088}"/>
                  </a:ext>
                </a:extLst>
              </p:cNvPr>
              <p:cNvSpPr/>
              <p:nvPr/>
            </p:nvSpPr>
            <p:spPr>
              <a:xfrm rot="14938255">
                <a:off x="18030768" y="3653429"/>
                <a:ext cx="124281" cy="989282"/>
              </a:xfrm>
              <a:prstGeom prst="can">
                <a:avLst>
                  <a:gd name="adj" fmla="val 50000"/>
                </a:avLst>
              </a:prstGeom>
              <a:solidFill>
                <a:srgbClr val="61CBF4"/>
              </a:solidFill>
              <a:ln w="28575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9" name="圆柱体 138">
                <a:extLst>
                  <a:ext uri="{FF2B5EF4-FFF2-40B4-BE49-F238E27FC236}">
                    <a16:creationId xmlns:a16="http://schemas.microsoft.com/office/drawing/2014/main" id="{2C47C4E3-0E7D-497D-0ED2-994EF1C92020}"/>
                  </a:ext>
                </a:extLst>
              </p:cNvPr>
              <p:cNvSpPr/>
              <p:nvPr/>
            </p:nvSpPr>
            <p:spPr>
              <a:xfrm rot="14938255">
                <a:off x="17197144" y="3916247"/>
                <a:ext cx="124280" cy="1031532"/>
              </a:xfrm>
              <a:prstGeom prst="can">
                <a:avLst>
                  <a:gd name="adj" fmla="val 50000"/>
                </a:avLst>
              </a:prstGeom>
              <a:solidFill>
                <a:srgbClr val="4E95D9"/>
              </a:solidFill>
              <a:ln w="28575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5" name="组合 154">
              <a:extLst>
                <a:ext uri="{FF2B5EF4-FFF2-40B4-BE49-F238E27FC236}">
                  <a16:creationId xmlns:a16="http://schemas.microsoft.com/office/drawing/2014/main" id="{AADF22B1-B994-C702-1607-CB486D696684}"/>
                </a:ext>
              </a:extLst>
            </p:cNvPr>
            <p:cNvGrpSpPr/>
            <p:nvPr/>
          </p:nvGrpSpPr>
          <p:grpSpPr>
            <a:xfrm>
              <a:off x="14291233" y="4589410"/>
              <a:ext cx="1448859" cy="467590"/>
              <a:chOff x="16783868" y="4246477"/>
              <a:chExt cx="1960556" cy="537461"/>
            </a:xfrm>
          </p:grpSpPr>
          <p:sp>
            <p:nvSpPr>
              <p:cNvPr id="144" name="圆柱体 143">
                <a:extLst>
                  <a:ext uri="{FF2B5EF4-FFF2-40B4-BE49-F238E27FC236}">
                    <a16:creationId xmlns:a16="http://schemas.microsoft.com/office/drawing/2014/main" id="{84DEA8CC-A768-B043-E5D1-D175EB33971F}"/>
                  </a:ext>
                </a:extLst>
              </p:cNvPr>
              <p:cNvSpPr/>
              <p:nvPr/>
            </p:nvSpPr>
            <p:spPr>
              <a:xfrm rot="14938255">
                <a:off x="18409386" y="4035718"/>
                <a:ext cx="124280" cy="545797"/>
              </a:xfrm>
              <a:prstGeom prst="can">
                <a:avLst>
                  <a:gd name="adj" fmla="val 50000"/>
                </a:avLst>
              </a:prstGeom>
              <a:solidFill>
                <a:srgbClr val="D86ECC"/>
              </a:solidFill>
              <a:ln w="28575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" name="圆柱体 142">
                <a:extLst>
                  <a:ext uri="{FF2B5EF4-FFF2-40B4-BE49-F238E27FC236}">
                    <a16:creationId xmlns:a16="http://schemas.microsoft.com/office/drawing/2014/main" id="{875ABC80-2C1C-5338-BEA9-815105FB009B}"/>
                  </a:ext>
                </a:extLst>
              </p:cNvPr>
              <p:cNvSpPr/>
              <p:nvPr/>
            </p:nvSpPr>
            <p:spPr>
              <a:xfrm rot="14938255">
                <a:off x="17851771" y="4078646"/>
                <a:ext cx="124280" cy="823415"/>
              </a:xfrm>
              <a:prstGeom prst="can">
                <a:avLst>
                  <a:gd name="adj" fmla="val 50000"/>
                </a:avLst>
              </a:prstGeom>
              <a:solidFill>
                <a:srgbClr val="747474"/>
              </a:solidFill>
              <a:ln w="28575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圆柱体 141">
                <a:extLst>
                  <a:ext uri="{FF2B5EF4-FFF2-40B4-BE49-F238E27FC236}">
                    <a16:creationId xmlns:a16="http://schemas.microsoft.com/office/drawing/2014/main" id="{52C39A65-31C5-A7D0-37BD-42B057ECD0AA}"/>
                  </a:ext>
                </a:extLst>
              </p:cNvPr>
              <p:cNvSpPr/>
              <p:nvPr/>
            </p:nvSpPr>
            <p:spPr>
              <a:xfrm rot="14938255">
                <a:off x="17143648" y="4299878"/>
                <a:ext cx="124280" cy="843839"/>
              </a:xfrm>
              <a:prstGeom prst="can">
                <a:avLst>
                  <a:gd name="adj" fmla="val 50000"/>
                </a:avLst>
              </a:prstGeom>
              <a:solidFill>
                <a:srgbClr val="8ED973"/>
              </a:solidFill>
              <a:ln w="28575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6" name="组合 155">
              <a:extLst>
                <a:ext uri="{FF2B5EF4-FFF2-40B4-BE49-F238E27FC236}">
                  <a16:creationId xmlns:a16="http://schemas.microsoft.com/office/drawing/2014/main" id="{B93990AF-42BB-14E1-0505-B7A19B0EECD2}"/>
                </a:ext>
              </a:extLst>
            </p:cNvPr>
            <p:cNvGrpSpPr/>
            <p:nvPr/>
          </p:nvGrpSpPr>
          <p:grpSpPr>
            <a:xfrm>
              <a:off x="14305251" y="5556745"/>
              <a:ext cx="1437163" cy="456872"/>
              <a:chOff x="17008745" y="5203901"/>
              <a:chExt cx="1872992" cy="528366"/>
            </a:xfrm>
          </p:grpSpPr>
          <p:sp>
            <p:nvSpPr>
              <p:cNvPr id="149" name="圆柱体 148">
                <a:extLst>
                  <a:ext uri="{FF2B5EF4-FFF2-40B4-BE49-F238E27FC236}">
                    <a16:creationId xmlns:a16="http://schemas.microsoft.com/office/drawing/2014/main" id="{686F2228-3FEA-4AAD-8405-8A038142EF82}"/>
                  </a:ext>
                </a:extLst>
              </p:cNvPr>
              <p:cNvSpPr/>
              <p:nvPr/>
            </p:nvSpPr>
            <p:spPr>
              <a:xfrm rot="14938255">
                <a:off x="18449924" y="4896367"/>
                <a:ext cx="124279" cy="739347"/>
              </a:xfrm>
              <a:prstGeom prst="can">
                <a:avLst>
                  <a:gd name="adj" fmla="val 50000"/>
                </a:avLst>
              </a:prstGeom>
              <a:solidFill>
                <a:srgbClr val="4E95D9"/>
              </a:solidFill>
              <a:ln w="28575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圆柱体 147">
                <a:extLst>
                  <a:ext uri="{FF2B5EF4-FFF2-40B4-BE49-F238E27FC236}">
                    <a16:creationId xmlns:a16="http://schemas.microsoft.com/office/drawing/2014/main" id="{7AD6B88B-CC3B-B174-06AC-E435837625F3}"/>
                  </a:ext>
                </a:extLst>
              </p:cNvPr>
              <p:cNvSpPr/>
              <p:nvPr/>
            </p:nvSpPr>
            <p:spPr>
              <a:xfrm rot="14938255">
                <a:off x="17844486" y="5043660"/>
                <a:ext cx="124279" cy="843838"/>
              </a:xfrm>
              <a:prstGeom prst="can">
                <a:avLst>
                  <a:gd name="adj" fmla="val 50000"/>
                </a:avLst>
              </a:prstGeom>
              <a:solidFill>
                <a:srgbClr val="8ED973"/>
              </a:solidFill>
              <a:ln w="28575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7" name="圆柱体 146">
                <a:extLst>
                  <a:ext uri="{FF2B5EF4-FFF2-40B4-BE49-F238E27FC236}">
                    <a16:creationId xmlns:a16="http://schemas.microsoft.com/office/drawing/2014/main" id="{D54AD704-6F4C-7DBC-F25A-2E425A849936}"/>
                  </a:ext>
                </a:extLst>
              </p:cNvPr>
              <p:cNvSpPr/>
              <p:nvPr/>
            </p:nvSpPr>
            <p:spPr>
              <a:xfrm rot="14938255">
                <a:off x="17236242" y="5380490"/>
                <a:ext cx="124280" cy="579274"/>
              </a:xfrm>
              <a:prstGeom prst="can">
                <a:avLst>
                  <a:gd name="adj" fmla="val 50000"/>
                </a:avLst>
              </a:prstGeom>
              <a:solidFill>
                <a:srgbClr val="61CBF4"/>
              </a:solidFill>
              <a:ln w="28575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FDB27108-139B-CBE1-5355-3129202096E7}"/>
                </a:ext>
              </a:extLst>
            </p:cNvPr>
            <p:cNvSpPr txBox="1"/>
            <p:nvPr/>
          </p:nvSpPr>
          <p:spPr>
            <a:xfrm rot="5400000">
              <a:off x="14905324" y="5268130"/>
              <a:ext cx="57557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b="1" dirty="0"/>
                <a:t>……</a:t>
              </a:r>
              <a:endParaRPr lang="zh-CN" altLang="en-US" sz="1600" b="1" dirty="0"/>
            </a:p>
          </p:txBody>
        </p:sp>
        <p:grpSp>
          <p:nvGrpSpPr>
            <p:cNvPr id="187" name="组合 186">
              <a:extLst>
                <a:ext uri="{FF2B5EF4-FFF2-40B4-BE49-F238E27FC236}">
                  <a16:creationId xmlns:a16="http://schemas.microsoft.com/office/drawing/2014/main" id="{DE6D9A12-45D6-492B-C59F-6C100DDA27EB}"/>
                </a:ext>
              </a:extLst>
            </p:cNvPr>
            <p:cNvGrpSpPr/>
            <p:nvPr/>
          </p:nvGrpSpPr>
          <p:grpSpPr>
            <a:xfrm>
              <a:off x="14291233" y="4938784"/>
              <a:ext cx="1465200" cy="442800"/>
              <a:chOff x="16816319" y="4777378"/>
              <a:chExt cx="1605254" cy="484132"/>
            </a:xfrm>
          </p:grpSpPr>
          <p:sp>
            <p:nvSpPr>
              <p:cNvPr id="175" name="圆柱体 174">
                <a:extLst>
                  <a:ext uri="{FF2B5EF4-FFF2-40B4-BE49-F238E27FC236}">
                    <a16:creationId xmlns:a16="http://schemas.microsoft.com/office/drawing/2014/main" id="{DF2CFCA0-3879-60D9-9D9C-095770957DAA}"/>
                  </a:ext>
                </a:extLst>
              </p:cNvPr>
              <p:cNvSpPr/>
              <p:nvPr/>
            </p:nvSpPr>
            <p:spPr>
              <a:xfrm rot="14938255">
                <a:off x="18032444" y="4512529"/>
                <a:ext cx="124280" cy="653978"/>
              </a:xfrm>
              <a:prstGeom prst="can">
                <a:avLst>
                  <a:gd name="adj" fmla="val 50000"/>
                </a:avLst>
              </a:prstGeom>
              <a:solidFill>
                <a:srgbClr val="D86ECC"/>
              </a:solidFill>
              <a:ln w="28575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" name="圆柱体 184">
                <a:extLst>
                  <a:ext uri="{FF2B5EF4-FFF2-40B4-BE49-F238E27FC236}">
                    <a16:creationId xmlns:a16="http://schemas.microsoft.com/office/drawing/2014/main" id="{CBBC295F-43F8-44D6-8E9F-6BE284754CD3}"/>
                  </a:ext>
                </a:extLst>
              </p:cNvPr>
              <p:cNvSpPr/>
              <p:nvPr/>
            </p:nvSpPr>
            <p:spPr>
              <a:xfrm rot="14938255">
                <a:off x="17569446" y="4780842"/>
                <a:ext cx="124280" cy="468488"/>
              </a:xfrm>
              <a:prstGeom prst="can">
                <a:avLst>
                  <a:gd name="adj" fmla="val 50000"/>
                </a:avLst>
              </a:prstGeom>
              <a:solidFill>
                <a:srgbClr val="61CBF4"/>
              </a:solidFill>
              <a:ln w="28575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圆柱体 179">
                <a:extLst>
                  <a:ext uri="{FF2B5EF4-FFF2-40B4-BE49-F238E27FC236}">
                    <a16:creationId xmlns:a16="http://schemas.microsoft.com/office/drawing/2014/main" id="{02A8D83A-F6AE-AA3B-4022-522737C251D4}"/>
                  </a:ext>
                </a:extLst>
              </p:cNvPr>
              <p:cNvSpPr/>
              <p:nvPr/>
            </p:nvSpPr>
            <p:spPr>
              <a:xfrm rot="14938255">
                <a:off x="17080799" y="4872750"/>
                <a:ext cx="124280" cy="653240"/>
              </a:xfrm>
              <a:prstGeom prst="can">
                <a:avLst>
                  <a:gd name="adj" fmla="val 50000"/>
                </a:avLst>
              </a:prstGeom>
              <a:solidFill>
                <a:srgbClr val="8ED973"/>
              </a:solidFill>
              <a:ln w="28575">
                <a:solidFill>
                  <a:srgbClr val="A6A6A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88" name="文本框 187">
              <a:extLst>
                <a:ext uri="{FF2B5EF4-FFF2-40B4-BE49-F238E27FC236}">
                  <a16:creationId xmlns:a16="http://schemas.microsoft.com/office/drawing/2014/main" id="{092A955A-6D65-DC60-D956-1772AE1D4E5E}"/>
                </a:ext>
              </a:extLst>
            </p:cNvPr>
            <p:cNvSpPr txBox="1"/>
            <p:nvPr/>
          </p:nvSpPr>
          <p:spPr>
            <a:xfrm>
              <a:off x="14044320" y="6438946"/>
              <a:ext cx="212679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Enhanced SuperTokens</a:t>
              </a:r>
              <a:endParaRPr lang="zh-CN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93" name="直接箭头连接符 192">
              <a:extLst>
                <a:ext uri="{FF2B5EF4-FFF2-40B4-BE49-F238E27FC236}">
                  <a16:creationId xmlns:a16="http://schemas.microsoft.com/office/drawing/2014/main" id="{A8F486BE-AD76-1F44-7741-1DA0A2FEB18D}"/>
                </a:ext>
              </a:extLst>
            </p:cNvPr>
            <p:cNvCxnSpPr/>
            <p:nvPr/>
          </p:nvCxnSpPr>
          <p:spPr>
            <a:xfrm>
              <a:off x="6414357" y="4931201"/>
              <a:ext cx="46620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箭头连接符 194">
              <a:extLst>
                <a:ext uri="{FF2B5EF4-FFF2-40B4-BE49-F238E27FC236}">
                  <a16:creationId xmlns:a16="http://schemas.microsoft.com/office/drawing/2014/main" id="{00E4A881-93B7-A77E-0DD0-22E03934DD9B}"/>
                </a:ext>
              </a:extLst>
            </p:cNvPr>
            <p:cNvCxnSpPr/>
            <p:nvPr/>
          </p:nvCxnSpPr>
          <p:spPr>
            <a:xfrm>
              <a:off x="9010864" y="4931201"/>
              <a:ext cx="46620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箭头连接符 196">
              <a:extLst>
                <a:ext uri="{FF2B5EF4-FFF2-40B4-BE49-F238E27FC236}">
                  <a16:creationId xmlns:a16="http://schemas.microsoft.com/office/drawing/2014/main" id="{AEABA7CA-25EC-DCDF-2B00-4C64B3B1719D}"/>
                </a:ext>
              </a:extLst>
            </p:cNvPr>
            <p:cNvCxnSpPr>
              <a:cxnSpLocks/>
            </p:cNvCxnSpPr>
            <p:nvPr/>
          </p:nvCxnSpPr>
          <p:spPr>
            <a:xfrm>
              <a:off x="10826641" y="4812667"/>
              <a:ext cx="25550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箭头连接符 199">
              <a:extLst>
                <a:ext uri="{FF2B5EF4-FFF2-40B4-BE49-F238E27FC236}">
                  <a16:creationId xmlns:a16="http://schemas.microsoft.com/office/drawing/2014/main" id="{E58ADA75-0D61-C3CC-CDF8-34C122C9D2D5}"/>
                </a:ext>
              </a:extLst>
            </p:cNvPr>
            <p:cNvCxnSpPr>
              <a:cxnSpLocks/>
            </p:cNvCxnSpPr>
            <p:nvPr/>
          </p:nvCxnSpPr>
          <p:spPr>
            <a:xfrm>
              <a:off x="14009252" y="4793088"/>
              <a:ext cx="25550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直接箭头连接符 200">
              <a:extLst>
                <a:ext uri="{FF2B5EF4-FFF2-40B4-BE49-F238E27FC236}">
                  <a16:creationId xmlns:a16="http://schemas.microsoft.com/office/drawing/2014/main" id="{6BD57318-42A1-C50F-A628-6F9A314CEE6B}"/>
                </a:ext>
              </a:extLst>
            </p:cNvPr>
            <p:cNvCxnSpPr>
              <a:cxnSpLocks/>
            </p:cNvCxnSpPr>
            <p:nvPr/>
          </p:nvCxnSpPr>
          <p:spPr>
            <a:xfrm>
              <a:off x="15977464" y="4611702"/>
              <a:ext cx="25550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7" name="立方体 206">
              <a:extLst>
                <a:ext uri="{FF2B5EF4-FFF2-40B4-BE49-F238E27FC236}">
                  <a16:creationId xmlns:a16="http://schemas.microsoft.com/office/drawing/2014/main" id="{F485A92F-E6F9-7BD9-B2F2-E6FDB3C1939C}"/>
                </a:ext>
              </a:extLst>
            </p:cNvPr>
            <p:cNvSpPr/>
            <p:nvPr/>
          </p:nvSpPr>
          <p:spPr>
            <a:xfrm>
              <a:off x="16314853" y="5119516"/>
              <a:ext cx="867366" cy="874458"/>
            </a:xfrm>
            <a:prstGeom prst="cube">
              <a:avLst>
                <a:gd name="adj" fmla="val 86626"/>
              </a:avLst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8" name="立方体 207">
              <a:extLst>
                <a:ext uri="{FF2B5EF4-FFF2-40B4-BE49-F238E27FC236}">
                  <a16:creationId xmlns:a16="http://schemas.microsoft.com/office/drawing/2014/main" id="{8E97C0D6-CF7A-7788-3D2A-454708264880}"/>
                </a:ext>
              </a:extLst>
            </p:cNvPr>
            <p:cNvSpPr/>
            <p:nvPr/>
          </p:nvSpPr>
          <p:spPr>
            <a:xfrm>
              <a:off x="16291011" y="4538181"/>
              <a:ext cx="867366" cy="874458"/>
            </a:xfrm>
            <a:prstGeom prst="cube">
              <a:avLst>
                <a:gd name="adj" fmla="val 86626"/>
              </a:avLst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9" name="文本框 208">
              <a:extLst>
                <a:ext uri="{FF2B5EF4-FFF2-40B4-BE49-F238E27FC236}">
                  <a16:creationId xmlns:a16="http://schemas.microsoft.com/office/drawing/2014/main" id="{9ED99505-F56E-C291-F920-48B424354C1C}"/>
                </a:ext>
              </a:extLst>
            </p:cNvPr>
            <p:cNvSpPr txBox="1"/>
            <p:nvPr/>
          </p:nvSpPr>
          <p:spPr>
            <a:xfrm rot="5400000">
              <a:off x="16450469" y="5190145"/>
              <a:ext cx="66081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b="1" dirty="0"/>
                <a:t>……</a:t>
              </a:r>
              <a:endParaRPr lang="zh-CN" altLang="en-US" sz="1400" b="1" dirty="0"/>
            </a:p>
          </p:txBody>
        </p:sp>
        <p:sp>
          <p:nvSpPr>
            <p:cNvPr id="210" name="立方体 209">
              <a:extLst>
                <a:ext uri="{FF2B5EF4-FFF2-40B4-BE49-F238E27FC236}">
                  <a16:creationId xmlns:a16="http://schemas.microsoft.com/office/drawing/2014/main" id="{458CB060-80F7-175F-E951-6176B953F8FB}"/>
                </a:ext>
              </a:extLst>
            </p:cNvPr>
            <p:cNvSpPr/>
            <p:nvPr/>
          </p:nvSpPr>
          <p:spPr>
            <a:xfrm>
              <a:off x="16291011" y="4255746"/>
              <a:ext cx="867366" cy="874458"/>
            </a:xfrm>
            <a:prstGeom prst="cube">
              <a:avLst>
                <a:gd name="adj" fmla="val 86626"/>
              </a:avLst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1" name="立方体 210">
              <a:extLst>
                <a:ext uri="{FF2B5EF4-FFF2-40B4-BE49-F238E27FC236}">
                  <a16:creationId xmlns:a16="http://schemas.microsoft.com/office/drawing/2014/main" id="{5B1B06C4-DA15-1811-6AF2-98E198565B73}"/>
                </a:ext>
              </a:extLst>
            </p:cNvPr>
            <p:cNvSpPr/>
            <p:nvPr/>
          </p:nvSpPr>
          <p:spPr>
            <a:xfrm>
              <a:off x="16313323" y="3934950"/>
              <a:ext cx="867366" cy="874458"/>
            </a:xfrm>
            <a:prstGeom prst="cube">
              <a:avLst>
                <a:gd name="adj" fmla="val 86626"/>
              </a:avLst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`</a:t>
              </a:r>
              <a:endParaRPr lang="zh-CN" altLang="en-US" dirty="0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1DD9A819-CD44-C2A1-492B-8945133BFEBB}"/>
                </a:ext>
              </a:extLst>
            </p:cNvPr>
            <p:cNvSpPr txBox="1"/>
            <p:nvPr/>
          </p:nvSpPr>
          <p:spPr>
            <a:xfrm>
              <a:off x="9866051" y="5930440"/>
              <a:ext cx="790621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B×K×C</a:t>
              </a:r>
            </a:p>
            <a:p>
              <a:pPr algn="ctr"/>
              <a:r>
                <a:rPr lang="en-US" altLang="zh-CN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K=64</a:t>
              </a:r>
              <a:endParaRPr lang="zh-CN" alt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zh-CN" altLang="en-US" dirty="0"/>
            </a:p>
          </p:txBody>
        </p:sp>
        <p:sp>
          <p:nvSpPr>
            <p:cNvPr id="216" name="文本框 215">
              <a:extLst>
                <a:ext uri="{FF2B5EF4-FFF2-40B4-BE49-F238E27FC236}">
                  <a16:creationId xmlns:a16="http://schemas.microsoft.com/office/drawing/2014/main" id="{BA5A207E-569F-1788-1074-3909033C12C2}"/>
                </a:ext>
              </a:extLst>
            </p:cNvPr>
            <p:cNvSpPr txBox="1"/>
            <p:nvPr/>
          </p:nvSpPr>
          <p:spPr>
            <a:xfrm>
              <a:off x="14851190" y="5861860"/>
              <a:ext cx="790621" cy="8002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B×K×C</a:t>
              </a:r>
            </a:p>
            <a:p>
              <a:pPr algn="ctr"/>
              <a:r>
                <a:rPr lang="en-US" altLang="zh-CN" sz="14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K=64</a:t>
              </a:r>
              <a:endParaRPr lang="zh-CN" alt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endParaRPr lang="zh-CN" altLang="en-US" dirty="0"/>
            </a:p>
          </p:txBody>
        </p:sp>
        <p:sp>
          <p:nvSpPr>
            <p:cNvPr id="217" name="椭圆 216">
              <a:extLst>
                <a:ext uri="{FF2B5EF4-FFF2-40B4-BE49-F238E27FC236}">
                  <a16:creationId xmlns:a16="http://schemas.microsoft.com/office/drawing/2014/main" id="{259204BE-FA62-3E0D-7E4C-F52DE34B0CEF}"/>
                </a:ext>
              </a:extLst>
            </p:cNvPr>
            <p:cNvSpPr/>
            <p:nvPr/>
          </p:nvSpPr>
          <p:spPr>
            <a:xfrm>
              <a:off x="11206511" y="5993974"/>
              <a:ext cx="281997" cy="256687"/>
            </a:xfrm>
            <a:prstGeom prst="ellipse">
              <a:avLst/>
            </a:prstGeom>
            <a:solidFill>
              <a:srgbClr val="D86ECC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1" name="椭圆 320">
              <a:extLst>
                <a:ext uri="{FF2B5EF4-FFF2-40B4-BE49-F238E27FC236}">
                  <a16:creationId xmlns:a16="http://schemas.microsoft.com/office/drawing/2014/main" id="{0C6C9EF1-7D50-0B9C-D76B-C46A1122BFF2}"/>
                </a:ext>
              </a:extLst>
            </p:cNvPr>
            <p:cNvSpPr/>
            <p:nvPr/>
          </p:nvSpPr>
          <p:spPr>
            <a:xfrm>
              <a:off x="11838728" y="5993974"/>
              <a:ext cx="281997" cy="256687"/>
            </a:xfrm>
            <a:prstGeom prst="ellipse">
              <a:avLst/>
            </a:prstGeom>
            <a:solidFill>
              <a:srgbClr val="8BD57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3" name="椭圆 322">
              <a:extLst>
                <a:ext uri="{FF2B5EF4-FFF2-40B4-BE49-F238E27FC236}">
                  <a16:creationId xmlns:a16="http://schemas.microsoft.com/office/drawing/2014/main" id="{4E7E0DAB-BBE1-B3F9-A405-FE8BC8998C30}"/>
                </a:ext>
              </a:extLst>
            </p:cNvPr>
            <p:cNvSpPr/>
            <p:nvPr/>
          </p:nvSpPr>
          <p:spPr>
            <a:xfrm>
              <a:off x="12445163" y="5993974"/>
              <a:ext cx="281997" cy="256687"/>
            </a:xfrm>
            <a:prstGeom prst="ellipse">
              <a:avLst/>
            </a:prstGeom>
            <a:solidFill>
              <a:srgbClr val="61CBF4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5" name="椭圆 324">
              <a:extLst>
                <a:ext uri="{FF2B5EF4-FFF2-40B4-BE49-F238E27FC236}">
                  <a16:creationId xmlns:a16="http://schemas.microsoft.com/office/drawing/2014/main" id="{7DADCE1E-BBE2-6351-22EE-37F70BB2E7AA}"/>
                </a:ext>
              </a:extLst>
            </p:cNvPr>
            <p:cNvSpPr/>
            <p:nvPr/>
          </p:nvSpPr>
          <p:spPr>
            <a:xfrm>
              <a:off x="13052045" y="5993974"/>
              <a:ext cx="281997" cy="256687"/>
            </a:xfrm>
            <a:prstGeom prst="ellipse">
              <a:avLst/>
            </a:prstGeom>
            <a:solidFill>
              <a:srgbClr val="4C90D2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7" name="椭圆 326">
              <a:extLst>
                <a:ext uri="{FF2B5EF4-FFF2-40B4-BE49-F238E27FC236}">
                  <a16:creationId xmlns:a16="http://schemas.microsoft.com/office/drawing/2014/main" id="{B6E2DB4D-34F4-4CE9-25E4-047B1C346DC0}"/>
                </a:ext>
              </a:extLst>
            </p:cNvPr>
            <p:cNvSpPr/>
            <p:nvPr/>
          </p:nvSpPr>
          <p:spPr>
            <a:xfrm>
              <a:off x="13609438" y="5993974"/>
              <a:ext cx="281997" cy="256687"/>
            </a:xfrm>
            <a:prstGeom prst="ellipse">
              <a:avLst/>
            </a:prstGeom>
            <a:solidFill>
              <a:srgbClr val="747474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6" name="连接符: 曲线 335">
              <a:extLst>
                <a:ext uri="{FF2B5EF4-FFF2-40B4-BE49-F238E27FC236}">
                  <a16:creationId xmlns:a16="http://schemas.microsoft.com/office/drawing/2014/main" id="{260D85A3-3917-D707-6151-4B6093282E3F}"/>
                </a:ext>
              </a:extLst>
            </p:cNvPr>
            <p:cNvCxnSpPr>
              <a:stCxn id="217" idx="0"/>
              <a:endCxn id="321" idx="1"/>
            </p:cNvCxnSpPr>
            <p:nvPr/>
          </p:nvCxnSpPr>
          <p:spPr>
            <a:xfrm rot="16200000" flipH="1">
              <a:off x="11594972" y="5746511"/>
              <a:ext cx="37591" cy="532516"/>
            </a:xfrm>
            <a:prstGeom prst="curvedConnector3">
              <a:avLst>
                <a:gd name="adj1" fmla="val -121625"/>
              </a:avLst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连接符: 曲线 338">
              <a:extLst>
                <a:ext uri="{FF2B5EF4-FFF2-40B4-BE49-F238E27FC236}">
                  <a16:creationId xmlns:a16="http://schemas.microsoft.com/office/drawing/2014/main" id="{D2F6FDDF-072C-ED5D-D1FE-8E08711FBE0D}"/>
                </a:ext>
              </a:extLst>
            </p:cNvPr>
            <p:cNvCxnSpPr>
              <a:stCxn id="217" idx="0"/>
              <a:endCxn id="323" idx="1"/>
            </p:cNvCxnSpPr>
            <p:nvPr/>
          </p:nvCxnSpPr>
          <p:spPr>
            <a:xfrm rot="16200000" flipH="1">
              <a:off x="11898189" y="5443294"/>
              <a:ext cx="37591" cy="1138951"/>
            </a:xfrm>
            <a:prstGeom prst="curvedConnector3">
              <a:avLst>
                <a:gd name="adj1" fmla="val -803232"/>
              </a:avLst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连接符: 曲线 343">
              <a:extLst>
                <a:ext uri="{FF2B5EF4-FFF2-40B4-BE49-F238E27FC236}">
                  <a16:creationId xmlns:a16="http://schemas.microsoft.com/office/drawing/2014/main" id="{DB31722A-D85C-22A4-CAD9-4EBB0F3B0FF4}"/>
                </a:ext>
              </a:extLst>
            </p:cNvPr>
            <p:cNvCxnSpPr>
              <a:cxnSpLocks/>
              <a:stCxn id="217" idx="0"/>
              <a:endCxn id="325" idx="0"/>
            </p:cNvCxnSpPr>
            <p:nvPr/>
          </p:nvCxnSpPr>
          <p:spPr>
            <a:xfrm rot="5400000" flipH="1" flipV="1">
              <a:off x="12270277" y="5071207"/>
              <a:ext cx="12700" cy="1845534"/>
            </a:xfrm>
            <a:prstGeom prst="curvedConnector3">
              <a:avLst>
                <a:gd name="adj1" fmla="val 3637496"/>
              </a:avLst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连接符: 曲线 349">
              <a:extLst>
                <a:ext uri="{FF2B5EF4-FFF2-40B4-BE49-F238E27FC236}">
                  <a16:creationId xmlns:a16="http://schemas.microsoft.com/office/drawing/2014/main" id="{04FC396B-50B1-7044-21E0-1814C5FC38DD}"/>
                </a:ext>
              </a:extLst>
            </p:cNvPr>
            <p:cNvCxnSpPr>
              <a:stCxn id="321" idx="7"/>
              <a:endCxn id="323" idx="1"/>
            </p:cNvCxnSpPr>
            <p:nvPr/>
          </p:nvCxnSpPr>
          <p:spPr>
            <a:xfrm rot="5400000" flipH="1" flipV="1">
              <a:off x="12282944" y="5828048"/>
              <a:ext cx="12700" cy="407034"/>
            </a:xfrm>
            <a:prstGeom prst="curvedConnector3">
              <a:avLst>
                <a:gd name="adj1" fmla="val 535992"/>
              </a:avLst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连接符: 曲线 352">
              <a:extLst>
                <a:ext uri="{FF2B5EF4-FFF2-40B4-BE49-F238E27FC236}">
                  <a16:creationId xmlns:a16="http://schemas.microsoft.com/office/drawing/2014/main" id="{6FE084F0-E6B3-F947-EDCA-F9169EF2BE38}"/>
                </a:ext>
              </a:extLst>
            </p:cNvPr>
            <p:cNvCxnSpPr>
              <a:stCxn id="321" idx="7"/>
              <a:endCxn id="325" idx="1"/>
            </p:cNvCxnSpPr>
            <p:nvPr/>
          </p:nvCxnSpPr>
          <p:spPr>
            <a:xfrm rot="5400000" flipH="1" flipV="1">
              <a:off x="12586385" y="5524607"/>
              <a:ext cx="12700" cy="1013916"/>
            </a:xfrm>
            <a:prstGeom prst="curvedConnector3">
              <a:avLst>
                <a:gd name="adj1" fmla="val 1248488"/>
              </a:avLst>
            </a:prstGeom>
            <a:ln w="3175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连接符: 曲线 362">
              <a:extLst>
                <a:ext uri="{FF2B5EF4-FFF2-40B4-BE49-F238E27FC236}">
                  <a16:creationId xmlns:a16="http://schemas.microsoft.com/office/drawing/2014/main" id="{B4EBCE16-9508-B530-3B22-9081709B46BC}"/>
                </a:ext>
              </a:extLst>
            </p:cNvPr>
            <p:cNvCxnSpPr>
              <a:stCxn id="321" idx="0"/>
              <a:endCxn id="327" idx="0"/>
            </p:cNvCxnSpPr>
            <p:nvPr/>
          </p:nvCxnSpPr>
          <p:spPr>
            <a:xfrm rot="5400000" flipH="1" flipV="1">
              <a:off x="12865082" y="5108619"/>
              <a:ext cx="12700" cy="1770710"/>
            </a:xfrm>
            <a:prstGeom prst="curvedConnector3">
              <a:avLst>
                <a:gd name="adj1" fmla="val 3712504"/>
              </a:avLst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连接符: 曲线 367">
              <a:extLst>
                <a:ext uri="{FF2B5EF4-FFF2-40B4-BE49-F238E27FC236}">
                  <a16:creationId xmlns:a16="http://schemas.microsoft.com/office/drawing/2014/main" id="{6FB04BA7-41B9-C373-F08D-E64C7FE0AD0D}"/>
                </a:ext>
              </a:extLst>
            </p:cNvPr>
            <p:cNvCxnSpPr>
              <a:stCxn id="323" idx="7"/>
              <a:endCxn id="325" idx="1"/>
            </p:cNvCxnSpPr>
            <p:nvPr/>
          </p:nvCxnSpPr>
          <p:spPr>
            <a:xfrm rot="5400000" flipH="1" flipV="1">
              <a:off x="12889602" y="5827825"/>
              <a:ext cx="12700" cy="407481"/>
            </a:xfrm>
            <a:prstGeom prst="curvedConnector3">
              <a:avLst>
                <a:gd name="adj1" fmla="val 535976"/>
              </a:avLst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连接符: 曲线 387">
              <a:extLst>
                <a:ext uri="{FF2B5EF4-FFF2-40B4-BE49-F238E27FC236}">
                  <a16:creationId xmlns:a16="http://schemas.microsoft.com/office/drawing/2014/main" id="{8ABEB6C5-63BD-979A-BA64-2130E64F954A}"/>
                </a:ext>
              </a:extLst>
            </p:cNvPr>
            <p:cNvCxnSpPr>
              <a:stCxn id="323" idx="7"/>
              <a:endCxn id="327" idx="0"/>
            </p:cNvCxnSpPr>
            <p:nvPr/>
          </p:nvCxnSpPr>
          <p:spPr>
            <a:xfrm rot="5400000" flipH="1" flipV="1">
              <a:off x="13199354" y="5480483"/>
              <a:ext cx="37591" cy="1064575"/>
            </a:xfrm>
            <a:prstGeom prst="curvedConnector3">
              <a:avLst>
                <a:gd name="adj1" fmla="val 920968"/>
              </a:avLst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连接符: 曲线 417">
              <a:extLst>
                <a:ext uri="{FF2B5EF4-FFF2-40B4-BE49-F238E27FC236}">
                  <a16:creationId xmlns:a16="http://schemas.microsoft.com/office/drawing/2014/main" id="{15D75AED-23BE-B737-4D15-4A89CDF5BBA9}"/>
                </a:ext>
              </a:extLst>
            </p:cNvPr>
            <p:cNvCxnSpPr>
              <a:stCxn id="325" idx="7"/>
              <a:endCxn id="327" idx="0"/>
            </p:cNvCxnSpPr>
            <p:nvPr/>
          </p:nvCxnSpPr>
          <p:spPr>
            <a:xfrm rot="5400000" flipH="1" flipV="1">
              <a:off x="13502795" y="5783924"/>
              <a:ext cx="37591" cy="457693"/>
            </a:xfrm>
            <a:prstGeom prst="curvedConnector3">
              <a:avLst>
                <a:gd name="adj1" fmla="val 264702"/>
              </a:avLst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连接符: 曲线 423">
              <a:extLst>
                <a:ext uri="{FF2B5EF4-FFF2-40B4-BE49-F238E27FC236}">
                  <a16:creationId xmlns:a16="http://schemas.microsoft.com/office/drawing/2014/main" id="{4EF03C1D-45E2-9244-62E9-2AB466AF0C06}"/>
                </a:ext>
              </a:extLst>
            </p:cNvPr>
            <p:cNvCxnSpPr>
              <a:stCxn id="217" idx="4"/>
              <a:endCxn id="321" idx="4"/>
            </p:cNvCxnSpPr>
            <p:nvPr/>
          </p:nvCxnSpPr>
          <p:spPr>
            <a:xfrm rot="16200000" flipH="1">
              <a:off x="11663618" y="5934552"/>
              <a:ext cx="12700" cy="632217"/>
            </a:xfrm>
            <a:prstGeom prst="curvedConnector3">
              <a:avLst>
                <a:gd name="adj1" fmla="val 787504"/>
              </a:avLst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连接符: 曲线 426">
              <a:extLst>
                <a:ext uri="{FF2B5EF4-FFF2-40B4-BE49-F238E27FC236}">
                  <a16:creationId xmlns:a16="http://schemas.microsoft.com/office/drawing/2014/main" id="{4006B31B-0399-336E-22B1-A51F87B66874}"/>
                </a:ext>
              </a:extLst>
            </p:cNvPr>
            <p:cNvCxnSpPr>
              <a:stCxn id="217" idx="4"/>
              <a:endCxn id="323" idx="4"/>
            </p:cNvCxnSpPr>
            <p:nvPr/>
          </p:nvCxnSpPr>
          <p:spPr>
            <a:xfrm rot="16200000" flipH="1">
              <a:off x="11966836" y="5631335"/>
              <a:ext cx="12700" cy="1238652"/>
            </a:xfrm>
            <a:prstGeom prst="curvedConnector3">
              <a:avLst>
                <a:gd name="adj1" fmla="val 1800000"/>
              </a:avLst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连接符: 曲线 428">
              <a:extLst>
                <a:ext uri="{FF2B5EF4-FFF2-40B4-BE49-F238E27FC236}">
                  <a16:creationId xmlns:a16="http://schemas.microsoft.com/office/drawing/2014/main" id="{E776D09C-CF87-C8CC-1F91-0FF20E43982F}"/>
                </a:ext>
              </a:extLst>
            </p:cNvPr>
            <p:cNvCxnSpPr>
              <a:stCxn id="321" idx="4"/>
              <a:endCxn id="323" idx="4"/>
            </p:cNvCxnSpPr>
            <p:nvPr/>
          </p:nvCxnSpPr>
          <p:spPr>
            <a:xfrm rot="16200000" flipH="1">
              <a:off x="12282944" y="5947443"/>
              <a:ext cx="12700" cy="606435"/>
            </a:xfrm>
            <a:prstGeom prst="curvedConnector3">
              <a:avLst>
                <a:gd name="adj1" fmla="val 712504"/>
              </a:avLst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连接符: 曲线 440">
              <a:extLst>
                <a:ext uri="{FF2B5EF4-FFF2-40B4-BE49-F238E27FC236}">
                  <a16:creationId xmlns:a16="http://schemas.microsoft.com/office/drawing/2014/main" id="{E03F1912-C26D-B136-C0D5-75A42B4C0E81}"/>
                </a:ext>
              </a:extLst>
            </p:cNvPr>
            <p:cNvCxnSpPr>
              <a:stCxn id="321" idx="4"/>
              <a:endCxn id="325" idx="4"/>
            </p:cNvCxnSpPr>
            <p:nvPr/>
          </p:nvCxnSpPr>
          <p:spPr>
            <a:xfrm rot="16200000" flipH="1">
              <a:off x="12586385" y="5644002"/>
              <a:ext cx="12700" cy="1213317"/>
            </a:xfrm>
            <a:prstGeom prst="curvedConnector3">
              <a:avLst>
                <a:gd name="adj1" fmla="val 1950016"/>
              </a:avLst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连接符: 曲线 443">
              <a:extLst>
                <a:ext uri="{FF2B5EF4-FFF2-40B4-BE49-F238E27FC236}">
                  <a16:creationId xmlns:a16="http://schemas.microsoft.com/office/drawing/2014/main" id="{BD8823E8-38F3-F689-1880-4A1E548DF8C7}"/>
                </a:ext>
              </a:extLst>
            </p:cNvPr>
            <p:cNvCxnSpPr>
              <a:stCxn id="323" idx="4"/>
              <a:endCxn id="325" idx="4"/>
            </p:cNvCxnSpPr>
            <p:nvPr/>
          </p:nvCxnSpPr>
          <p:spPr>
            <a:xfrm rot="16200000" flipH="1">
              <a:off x="12889603" y="5947220"/>
              <a:ext cx="12700" cy="606882"/>
            </a:xfrm>
            <a:prstGeom prst="curvedConnector3">
              <a:avLst>
                <a:gd name="adj1" fmla="val 712504"/>
              </a:avLst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连接符: 曲线 446">
              <a:extLst>
                <a:ext uri="{FF2B5EF4-FFF2-40B4-BE49-F238E27FC236}">
                  <a16:creationId xmlns:a16="http://schemas.microsoft.com/office/drawing/2014/main" id="{721E3435-EC49-F5B2-4567-F06FC2D335F3}"/>
                </a:ext>
              </a:extLst>
            </p:cNvPr>
            <p:cNvCxnSpPr>
              <a:stCxn id="323" idx="4"/>
              <a:endCxn id="327" idx="4"/>
            </p:cNvCxnSpPr>
            <p:nvPr/>
          </p:nvCxnSpPr>
          <p:spPr>
            <a:xfrm rot="16200000" flipH="1">
              <a:off x="13168299" y="5668523"/>
              <a:ext cx="12700" cy="1164275"/>
            </a:xfrm>
            <a:prstGeom prst="curvedConnector3">
              <a:avLst>
                <a:gd name="adj1" fmla="val 1800000"/>
              </a:avLst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连接符: 曲线 448">
              <a:extLst>
                <a:ext uri="{FF2B5EF4-FFF2-40B4-BE49-F238E27FC236}">
                  <a16:creationId xmlns:a16="http://schemas.microsoft.com/office/drawing/2014/main" id="{D052799D-0C15-E3C9-1436-CE632CFD8F42}"/>
                </a:ext>
              </a:extLst>
            </p:cNvPr>
            <p:cNvCxnSpPr>
              <a:stCxn id="325" idx="4"/>
              <a:endCxn id="327" idx="4"/>
            </p:cNvCxnSpPr>
            <p:nvPr/>
          </p:nvCxnSpPr>
          <p:spPr>
            <a:xfrm rot="16200000" flipH="1">
              <a:off x="13471740" y="5971964"/>
              <a:ext cx="12700" cy="557393"/>
            </a:xfrm>
            <a:prstGeom prst="curvedConnector3">
              <a:avLst>
                <a:gd name="adj1" fmla="val 675000"/>
              </a:avLst>
            </a:prstGeom>
            <a:ln w="6350">
              <a:solidFill>
                <a:schemeClr val="tx1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4" name="文本框 453">
                  <a:extLst>
                    <a:ext uri="{FF2B5EF4-FFF2-40B4-BE49-F238E27FC236}">
                      <a16:creationId xmlns:a16="http://schemas.microsoft.com/office/drawing/2014/main" id="{31333309-CAA7-4E6C-A126-12D41D8F190F}"/>
                    </a:ext>
                  </a:extLst>
                </p:cNvPr>
                <p:cNvSpPr txBox="1"/>
                <p:nvPr/>
              </p:nvSpPr>
              <p:spPr>
                <a:xfrm>
                  <a:off x="7535385" y="6339101"/>
                  <a:ext cx="1126911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nor/>
                          </m:rPr>
                          <a:rPr lang="en-US" altLang="zh-CN" sz="16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S</m:t>
                        </m:r>
                        <m:r>
                          <m:rPr>
                            <m:nor/>
                          </m:rPr>
                          <a:rPr lang="en-US" altLang="zh-CN" sz="16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∈ </m:t>
                        </m:r>
                        <m:r>
                          <m:rPr>
                            <m:nor/>
                          </m:rPr>
                          <a:rPr lang="en-US" altLang="zh-CN" sz="16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ℝ</m:t>
                        </m:r>
                        <m:r>
                          <m:rPr>
                            <m:nor/>
                          </m:rPr>
                          <a:rPr lang="en-US" altLang="zh-CN" sz="1600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ᴮ×ᴺ×ᴷ</m:t>
                        </m:r>
                        <m:r>
                          <m:rPr>
                            <m:nor/>
                          </m:rPr>
                          <a:rPr lang="en-US" altLang="zh-CN" sz="1600" b="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54" name="文本框 453">
                  <a:extLst>
                    <a:ext uri="{FF2B5EF4-FFF2-40B4-BE49-F238E27FC236}">
                      <a16:creationId xmlns:a16="http://schemas.microsoft.com/office/drawing/2014/main" id="{31333309-CAA7-4E6C-A126-12D41D8F19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35385" y="6339101"/>
                  <a:ext cx="1126911" cy="246221"/>
                </a:xfrm>
                <a:prstGeom prst="rect">
                  <a:avLst/>
                </a:prstGeom>
                <a:blipFill>
                  <a:blip r:embed="rId9"/>
                  <a:stretch>
                    <a:fillRect l="-3784" b="-1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5" name="文本框 454">
              <a:extLst>
                <a:ext uri="{FF2B5EF4-FFF2-40B4-BE49-F238E27FC236}">
                  <a16:creationId xmlns:a16="http://schemas.microsoft.com/office/drawing/2014/main" id="{3B70B0E1-C4C7-E4CC-E0C2-1747D4546C1D}"/>
                </a:ext>
              </a:extLst>
            </p:cNvPr>
            <p:cNvSpPr txBox="1"/>
            <p:nvPr/>
          </p:nvSpPr>
          <p:spPr>
            <a:xfrm>
              <a:off x="15698265" y="4150037"/>
              <a:ext cx="9216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Broadcast Back</a:t>
              </a:r>
              <a:endParaRPr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7" name="文本框 456">
              <a:extLst>
                <a:ext uri="{FF2B5EF4-FFF2-40B4-BE49-F238E27FC236}">
                  <a16:creationId xmlns:a16="http://schemas.microsoft.com/office/drawing/2014/main" id="{61413F16-1BE0-DFD5-E672-F723CCD8EEF2}"/>
                </a:ext>
              </a:extLst>
            </p:cNvPr>
            <p:cNvSpPr txBox="1"/>
            <p:nvPr/>
          </p:nvSpPr>
          <p:spPr>
            <a:xfrm>
              <a:off x="11454923" y="5993974"/>
              <a:ext cx="4554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……</a:t>
              </a:r>
              <a:endParaRPr lang="zh-CN" altLang="en-US" sz="1200" b="1" dirty="0"/>
            </a:p>
          </p:txBody>
        </p:sp>
        <p:sp>
          <p:nvSpPr>
            <p:cNvPr id="465" name="文本框 464">
              <a:extLst>
                <a:ext uri="{FF2B5EF4-FFF2-40B4-BE49-F238E27FC236}">
                  <a16:creationId xmlns:a16="http://schemas.microsoft.com/office/drawing/2014/main" id="{BE3B3814-AECB-082C-B73D-E491A97B0F5A}"/>
                </a:ext>
              </a:extLst>
            </p:cNvPr>
            <p:cNvSpPr txBox="1"/>
            <p:nvPr/>
          </p:nvSpPr>
          <p:spPr>
            <a:xfrm>
              <a:off x="12055805" y="5993974"/>
              <a:ext cx="4554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……</a:t>
              </a:r>
              <a:endParaRPr lang="zh-CN" altLang="en-US" sz="1200" b="1" dirty="0"/>
            </a:p>
          </p:txBody>
        </p:sp>
        <p:sp>
          <p:nvSpPr>
            <p:cNvPr id="466" name="文本框 465">
              <a:extLst>
                <a:ext uri="{FF2B5EF4-FFF2-40B4-BE49-F238E27FC236}">
                  <a16:creationId xmlns:a16="http://schemas.microsoft.com/office/drawing/2014/main" id="{21384644-545C-3ED3-0459-9AF41203ED22}"/>
                </a:ext>
              </a:extLst>
            </p:cNvPr>
            <p:cNvSpPr txBox="1"/>
            <p:nvPr/>
          </p:nvSpPr>
          <p:spPr>
            <a:xfrm>
              <a:off x="12677784" y="5993974"/>
              <a:ext cx="4554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……</a:t>
              </a:r>
              <a:endParaRPr lang="zh-CN" altLang="en-US" sz="1200" b="1" dirty="0"/>
            </a:p>
          </p:txBody>
        </p:sp>
        <p:sp>
          <p:nvSpPr>
            <p:cNvPr id="467" name="文本框 466">
              <a:extLst>
                <a:ext uri="{FF2B5EF4-FFF2-40B4-BE49-F238E27FC236}">
                  <a16:creationId xmlns:a16="http://schemas.microsoft.com/office/drawing/2014/main" id="{20CCA3F1-C589-F860-61A2-1DD3CEFAC011}"/>
                </a:ext>
              </a:extLst>
            </p:cNvPr>
            <p:cNvSpPr txBox="1"/>
            <p:nvPr/>
          </p:nvSpPr>
          <p:spPr>
            <a:xfrm>
              <a:off x="13243097" y="5993974"/>
              <a:ext cx="45547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b="1" dirty="0"/>
                <a:t>……</a:t>
              </a:r>
              <a:endParaRPr lang="zh-CN" altLang="en-US" sz="1200" b="1" dirty="0"/>
            </a:p>
          </p:txBody>
        </p:sp>
        <p:sp>
          <p:nvSpPr>
            <p:cNvPr id="468" name="文本框 467">
              <a:extLst>
                <a:ext uri="{FF2B5EF4-FFF2-40B4-BE49-F238E27FC236}">
                  <a16:creationId xmlns:a16="http://schemas.microsoft.com/office/drawing/2014/main" id="{8BC2CA54-61D8-0D2A-3BB9-0F3A4D31ED74}"/>
                </a:ext>
              </a:extLst>
            </p:cNvPr>
            <p:cNvSpPr txBox="1"/>
            <p:nvPr/>
          </p:nvSpPr>
          <p:spPr>
            <a:xfrm>
              <a:off x="16060407" y="6083613"/>
              <a:ext cx="14341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Global-enhanced Pixel Tokens X</a:t>
              </a:r>
              <a:r>
                <a:rPr lang="zh-CN" altLang="zh-CN" sz="12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</a:t>
              </a:r>
              <a:endParaRPr lang="zh-CN" altLang="en-US" sz="12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9" name="文本框 468">
              <a:extLst>
                <a:ext uri="{FF2B5EF4-FFF2-40B4-BE49-F238E27FC236}">
                  <a16:creationId xmlns:a16="http://schemas.microsoft.com/office/drawing/2014/main" id="{1226DDA3-3651-80F1-54AB-E44D5B0B0413}"/>
                </a:ext>
              </a:extLst>
            </p:cNvPr>
            <p:cNvSpPr txBox="1"/>
            <p:nvPr/>
          </p:nvSpPr>
          <p:spPr>
            <a:xfrm>
              <a:off x="10901320" y="6508998"/>
              <a:ext cx="32356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Region-level dependency modeling</a:t>
              </a:r>
              <a:endParaRPr lang="zh-CN" alt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1" name="直接箭头连接符 470">
              <a:extLst>
                <a:ext uri="{FF2B5EF4-FFF2-40B4-BE49-F238E27FC236}">
                  <a16:creationId xmlns:a16="http://schemas.microsoft.com/office/drawing/2014/main" id="{D122D844-89C7-FC6C-C74B-D23B933FA9FA}"/>
                </a:ext>
              </a:extLst>
            </p:cNvPr>
            <p:cNvCxnSpPr>
              <a:cxnSpLocks/>
            </p:cNvCxnSpPr>
            <p:nvPr/>
          </p:nvCxnSpPr>
          <p:spPr>
            <a:xfrm>
              <a:off x="7002477" y="5918200"/>
              <a:ext cx="2236245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直接箭头连接符 473">
              <a:extLst>
                <a:ext uri="{FF2B5EF4-FFF2-40B4-BE49-F238E27FC236}">
                  <a16:creationId xmlns:a16="http://schemas.microsoft.com/office/drawing/2014/main" id="{BC5A11C0-C18B-C4FA-602B-72AC2F5CD3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02477" y="3981450"/>
              <a:ext cx="0" cy="19407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9" name="文本框 478">
              <a:extLst>
                <a:ext uri="{FF2B5EF4-FFF2-40B4-BE49-F238E27FC236}">
                  <a16:creationId xmlns:a16="http://schemas.microsoft.com/office/drawing/2014/main" id="{7B9B052B-EC5D-A359-38E5-EADD275DAAE4}"/>
                </a:ext>
              </a:extLst>
            </p:cNvPr>
            <p:cNvSpPr txBox="1"/>
            <p:nvPr/>
          </p:nvSpPr>
          <p:spPr>
            <a:xfrm>
              <a:off x="6945159" y="3875772"/>
              <a:ext cx="143412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supertoken index</a:t>
              </a:r>
              <a:r>
                <a: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k</a:t>
              </a:r>
              <a:endParaRPr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0" name="文本框 479">
              <a:extLst>
                <a:ext uri="{FF2B5EF4-FFF2-40B4-BE49-F238E27FC236}">
                  <a16:creationId xmlns:a16="http://schemas.microsoft.com/office/drawing/2014/main" id="{AFE78514-39A9-8AA7-2EF8-3C1FB47E8D72}"/>
                </a:ext>
              </a:extLst>
            </p:cNvPr>
            <p:cNvSpPr txBox="1"/>
            <p:nvPr/>
          </p:nvSpPr>
          <p:spPr>
            <a:xfrm>
              <a:off x="6926810" y="5914173"/>
              <a:ext cx="595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pixel 1</a:t>
              </a:r>
              <a:endParaRPr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1" name="文本框 480">
              <a:extLst>
                <a:ext uri="{FF2B5EF4-FFF2-40B4-BE49-F238E27FC236}">
                  <a16:creationId xmlns:a16="http://schemas.microsoft.com/office/drawing/2014/main" id="{FDCB8420-5601-DDAE-247E-2D9FC8A77C88}"/>
                </a:ext>
              </a:extLst>
            </p:cNvPr>
            <p:cNvSpPr txBox="1"/>
            <p:nvPr/>
          </p:nvSpPr>
          <p:spPr>
            <a:xfrm>
              <a:off x="7326920" y="5907823"/>
              <a:ext cx="595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pixel </a:t>
              </a:r>
              <a:r>
                <a: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2" name="文本框 481">
              <a:extLst>
                <a:ext uri="{FF2B5EF4-FFF2-40B4-BE49-F238E27FC236}">
                  <a16:creationId xmlns:a16="http://schemas.microsoft.com/office/drawing/2014/main" id="{7C256237-289A-81EE-D829-BF8504C5793D}"/>
                </a:ext>
              </a:extLst>
            </p:cNvPr>
            <p:cNvSpPr txBox="1"/>
            <p:nvPr/>
          </p:nvSpPr>
          <p:spPr>
            <a:xfrm>
              <a:off x="7687299" y="5907823"/>
              <a:ext cx="595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pixel </a:t>
              </a:r>
              <a:r>
                <a: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3" name="文本框 482">
              <a:extLst>
                <a:ext uri="{FF2B5EF4-FFF2-40B4-BE49-F238E27FC236}">
                  <a16:creationId xmlns:a16="http://schemas.microsoft.com/office/drawing/2014/main" id="{74C87CC3-6191-551A-24D3-887460656B6D}"/>
                </a:ext>
              </a:extLst>
            </p:cNvPr>
            <p:cNvSpPr txBox="1"/>
            <p:nvPr/>
          </p:nvSpPr>
          <p:spPr>
            <a:xfrm>
              <a:off x="8593932" y="5914173"/>
              <a:ext cx="5952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pixel </a:t>
              </a:r>
              <a:r>
                <a:rPr lang="en-US" altLang="zh-CN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endParaRPr lang="zh-C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3" name="立方体 452">
              <a:extLst>
                <a:ext uri="{FF2B5EF4-FFF2-40B4-BE49-F238E27FC236}">
                  <a16:creationId xmlns:a16="http://schemas.microsoft.com/office/drawing/2014/main" id="{D8616636-7CA0-678C-7239-B569A640CB09}"/>
                </a:ext>
              </a:extLst>
            </p:cNvPr>
            <p:cNvSpPr/>
            <p:nvPr/>
          </p:nvSpPr>
          <p:spPr>
            <a:xfrm>
              <a:off x="5484625" y="3088967"/>
              <a:ext cx="5691401" cy="362708"/>
            </a:xfrm>
            <a:prstGeom prst="cube">
              <a:avLst>
                <a:gd name="adj" fmla="val 31804"/>
              </a:avLst>
            </a:prstGeom>
            <a:solidFill>
              <a:schemeClr val="accent5">
                <a:lumMod val="60000"/>
                <a:lumOff val="40000"/>
                <a:alpha val="34000"/>
              </a:schemeClr>
            </a:solidFill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6" name="文本框 455">
              <a:extLst>
                <a:ext uri="{FF2B5EF4-FFF2-40B4-BE49-F238E27FC236}">
                  <a16:creationId xmlns:a16="http://schemas.microsoft.com/office/drawing/2014/main" id="{781F78BD-FA7C-3F30-30B7-30FA4002BC7B}"/>
                </a:ext>
              </a:extLst>
            </p:cNvPr>
            <p:cNvSpPr txBox="1"/>
            <p:nvPr/>
          </p:nvSpPr>
          <p:spPr>
            <a:xfrm>
              <a:off x="6937253" y="3137784"/>
              <a:ext cx="318464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FM3 Extra Residual Branch</a:t>
              </a:r>
              <a:endPara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59" name="连接符: 肘形 458">
              <a:extLst>
                <a:ext uri="{FF2B5EF4-FFF2-40B4-BE49-F238E27FC236}">
                  <a16:creationId xmlns:a16="http://schemas.microsoft.com/office/drawing/2014/main" id="{2EC71A00-4367-5794-E6BC-7FFE6F36C167}"/>
                </a:ext>
              </a:extLst>
            </p:cNvPr>
            <p:cNvCxnSpPr>
              <a:stCxn id="453" idx="5"/>
            </p:cNvCxnSpPr>
            <p:nvPr/>
          </p:nvCxnSpPr>
          <p:spPr>
            <a:xfrm flipV="1">
              <a:off x="11176026" y="2146490"/>
              <a:ext cx="285724" cy="1066153"/>
            </a:xfrm>
            <a:prstGeom prst="bent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820C2091-E2C9-5FCB-DCC4-62AF5F7C3B3D}"/>
                </a:ext>
              </a:extLst>
            </p:cNvPr>
            <p:cNvSpPr txBox="1"/>
            <p:nvPr/>
          </p:nvSpPr>
          <p:spPr>
            <a:xfrm>
              <a:off x="10666369" y="-764212"/>
              <a:ext cx="373543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SuperToken-guided State Space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Group</a:t>
              </a:r>
              <a:endPara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934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1585</TotalTime>
  <Words>259</Words>
  <Application>Microsoft Office PowerPoint</Application>
  <PresentationFormat>宽屏</PresentationFormat>
  <Paragraphs>114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东明 王</dc:creator>
  <cp:lastModifiedBy>东明 王</cp:lastModifiedBy>
  <cp:revision>34</cp:revision>
  <dcterms:created xsi:type="dcterms:W3CDTF">2026-06-16T23:37:42Z</dcterms:created>
  <dcterms:modified xsi:type="dcterms:W3CDTF">2026-06-28T23:12:48Z</dcterms:modified>
</cp:coreProperties>
</file>