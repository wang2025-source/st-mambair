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BF3"/>
    <a:srgbClr val="C04F15"/>
    <a:srgbClr val="13501B"/>
    <a:srgbClr val="595959"/>
    <a:srgbClr val="104862"/>
    <a:srgbClr val="90060D"/>
    <a:srgbClr val="FA6671"/>
    <a:srgbClr val="215F9A"/>
    <a:srgbClr val="747474"/>
    <a:srgbClr val="F50B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782" y="16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17D4C-028D-C8C9-76EC-31A0AFF123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F02AD8B-5726-4EEB-4771-FED3D7060E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BA5CC3-0D6A-5D6C-A3FF-B3ED14CA9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9E12-2FD6-4D7B-AD3F-BE91BA3916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93FC04-0668-53AC-9C97-403A494E0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4966DA-3BD4-4C54-6940-E60D2237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9C83-FD8B-4E75-B560-8864D51EC2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2228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C7471-95F1-830A-406A-521358856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6B45E14-A849-D4A3-557E-D927EC8D6B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81F377-537D-A381-5BD1-5AC11476C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9E12-2FD6-4D7B-AD3F-BE91BA3916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2BA0212-3F28-A58B-819C-8BE0F21E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DD5606-1056-9ED3-9B15-B487ABF80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9C83-FD8B-4E75-B560-8864D51EC2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82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844482-057A-798F-DEC5-6148AF630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40E2FD-0410-68DC-26DB-007ADC6554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34A95E1-A3C5-6EDF-5139-56895E77F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9E12-2FD6-4D7B-AD3F-BE91BA3916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FF56B7-872B-C60F-7540-A52A199CE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88D2A3-92EE-A6E8-D27E-4CC19446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9C83-FD8B-4E75-B560-8864D51EC2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4421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1FF1B7-A5DE-E914-83C2-C8CB51F64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E0E45F-70FB-5319-8FB1-9951B7EBDB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4D6B76-1784-57FF-DE0C-8475796412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C8FD79-BCF8-6520-3EC6-7CEFCCBB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9E12-2FD6-4D7B-AD3F-BE91BA3916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C4401B-1BC2-35A4-9679-A876F84E4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C671DEC-5608-AA90-E2EC-FB8D5C5E3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9C83-FD8B-4E75-B560-8864D51EC2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4814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A80969-E7A6-1509-5C8D-753B46B30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A28E9C6-500F-F4E5-A86E-5AEF125C67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DA2523-0F25-065C-95CA-D4FA2AADC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EDCCB7-9AA6-2859-5496-E586BCD9EA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9AB58E-2E44-5B4A-A671-6869D4F08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7267ADA-BDB1-B0A4-DA30-63A2D091C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9E12-2FD6-4D7B-AD3F-BE91BA3916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7145F6-0EE3-B00E-8E42-5184B3D21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6AF876C-61DD-3FCB-1F88-1E38229F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9C83-FD8B-4E75-B560-8864D51EC2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1623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7ADFE2-5330-0AA4-5531-AA34DE037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1CDE45D-DA63-8D5A-94E3-E7EBD114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9E12-2FD6-4D7B-AD3F-BE91BA3916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952C3BD-C687-C31D-8640-8103B0123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5AA27F-E953-3EC1-FCE0-AFA9EF9D8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9C83-FD8B-4E75-B560-8864D51EC2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2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240F618-46DC-E6AF-5895-9791061D2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9E12-2FD6-4D7B-AD3F-BE91BA3916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63DCCF-F05D-94AC-39AC-ECC02CF8A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1683CF-CDAA-A806-8D53-D54952B23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9C83-FD8B-4E75-B560-8864D51EC2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826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06F7CD-9548-6E3C-CF54-C51239EBB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BB28F9-1524-6B2F-CFAA-3007D8173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30C501-9E64-5D98-F47F-ACD2E79B8F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47A2C8-D851-5C11-8B4F-9FFD00A39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9E12-2FD6-4D7B-AD3F-BE91BA3916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BBD8B46-BEB5-A685-552A-55DF0FC296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70C5E6-3982-75A0-AA56-6FADFF1A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9C83-FD8B-4E75-B560-8864D51EC2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252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6AC35-377F-1589-B2F4-981C68A48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735209-0DCA-EEB6-CADA-5ACD406385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4B2855E-138C-550F-646B-5B0AD0E53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E17F93A-3BDC-A639-75BC-6047BE4B6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9E12-2FD6-4D7B-AD3F-BE91BA3916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C5BDB3-828B-CCDB-A1C9-A391981A4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2130D7-5EF4-6F07-E3D3-E025C0A1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9C83-FD8B-4E75-B560-8864D51EC2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6056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E00EF2-8DFF-A312-2B81-A81FA6853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D31F7AA-66F4-F200-E49E-9DB10BF61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5C2ECCB-7DB3-192F-6B78-604D34F4C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9E12-2FD6-4D7B-AD3F-BE91BA3916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B3DB00-1471-2777-CE84-7DA92B385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6426B8-2A3A-6E51-4B08-2C89B8181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9C83-FD8B-4E75-B560-8864D51EC2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867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0220675-A657-7F29-BCB6-40405A543E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26D213-08C0-BB80-A156-AF294092AE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E10148-C2D8-A36A-65B8-A47B3E85C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79E12-2FD6-4D7B-AD3F-BE91BA3916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61B50E-6865-66B8-1E41-3B7A5368B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60D6AA-2741-ACB7-46C3-5DFB95E8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49C83-FD8B-4E75-B560-8864D51EC2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213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CF6054-432B-D9E9-69AC-62671D9AD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BA3833-D9F2-62FF-6845-905A6DBC79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0E93FC-C029-E1AA-DF4A-16804F77B3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A79E12-2FD6-4D7B-AD3F-BE91BA3916EB}" type="datetimeFigureOut">
              <a:rPr lang="zh-CN" altLang="en-US" smtClean="0"/>
              <a:t>2026/6/25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F0DABE-959A-6E31-670B-8A09A3881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96A7E4-A901-E225-B30E-3D71D1762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E49C83-FD8B-4E75-B560-8864D51EC2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96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组合 522">
            <a:extLst>
              <a:ext uri="{FF2B5EF4-FFF2-40B4-BE49-F238E27FC236}">
                <a16:creationId xmlns:a16="http://schemas.microsoft.com/office/drawing/2014/main" id="{E01E973B-34BB-688E-7B05-1D8B9A782BC0}"/>
              </a:ext>
            </a:extLst>
          </p:cNvPr>
          <p:cNvGrpSpPr/>
          <p:nvPr/>
        </p:nvGrpSpPr>
        <p:grpSpPr>
          <a:xfrm>
            <a:off x="585761" y="-4248791"/>
            <a:ext cx="17930839" cy="9150480"/>
            <a:chOff x="585761" y="-4248791"/>
            <a:chExt cx="17930839" cy="9150480"/>
          </a:xfrm>
        </p:grpSpPr>
        <p:sp>
          <p:nvSpPr>
            <p:cNvPr id="427" name="椭圆 426">
              <a:extLst>
                <a:ext uri="{FF2B5EF4-FFF2-40B4-BE49-F238E27FC236}">
                  <a16:creationId xmlns:a16="http://schemas.microsoft.com/office/drawing/2014/main" id="{239DEA0E-8FE2-7A8B-9A62-8ECAA70ED6F7}"/>
                </a:ext>
              </a:extLst>
            </p:cNvPr>
            <p:cNvSpPr/>
            <p:nvPr/>
          </p:nvSpPr>
          <p:spPr>
            <a:xfrm>
              <a:off x="12192000" y="-4124088"/>
              <a:ext cx="6324600" cy="4497812"/>
            </a:xfrm>
            <a:prstGeom prst="ellipse">
              <a:avLst/>
            </a:prstGeom>
            <a:solidFill>
              <a:schemeClr val="tx2">
                <a:lumMod val="25000"/>
                <a:lumOff val="75000"/>
                <a:alpha val="64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6" name="椭圆 425">
              <a:extLst>
                <a:ext uri="{FF2B5EF4-FFF2-40B4-BE49-F238E27FC236}">
                  <a16:creationId xmlns:a16="http://schemas.microsoft.com/office/drawing/2014/main" id="{E0259413-98B3-E263-7030-3D3D7A85F3E7}"/>
                </a:ext>
              </a:extLst>
            </p:cNvPr>
            <p:cNvSpPr/>
            <p:nvPr/>
          </p:nvSpPr>
          <p:spPr>
            <a:xfrm>
              <a:off x="2503490" y="-4248791"/>
              <a:ext cx="6528274" cy="4497812"/>
            </a:xfrm>
            <a:prstGeom prst="ellipse">
              <a:avLst/>
            </a:prstGeom>
            <a:solidFill>
              <a:schemeClr val="tx2">
                <a:lumMod val="10000"/>
                <a:lumOff val="90000"/>
                <a:alpha val="64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2" name="平行四边形 371">
              <a:extLst>
                <a:ext uri="{FF2B5EF4-FFF2-40B4-BE49-F238E27FC236}">
                  <a16:creationId xmlns:a16="http://schemas.microsoft.com/office/drawing/2014/main" id="{901B0EE6-206E-1068-EA85-3CB17F51A55B}"/>
                </a:ext>
              </a:extLst>
            </p:cNvPr>
            <p:cNvSpPr/>
            <p:nvPr/>
          </p:nvSpPr>
          <p:spPr>
            <a:xfrm>
              <a:off x="8668738" y="556125"/>
              <a:ext cx="9290825" cy="4345564"/>
            </a:xfrm>
            <a:prstGeom prst="parallelogram">
              <a:avLst>
                <a:gd name="adj" fmla="val 46481"/>
              </a:avLst>
            </a:prstGeom>
            <a:blipFill dpi="0" rotWithShape="1">
              <a:blip r:embed="rId2">
                <a:alphaModFix amt="61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78" name="直接箭头连接符 377">
              <a:extLst>
                <a:ext uri="{FF2B5EF4-FFF2-40B4-BE49-F238E27FC236}">
                  <a16:creationId xmlns:a16="http://schemas.microsoft.com/office/drawing/2014/main" id="{50B04C80-8BA7-424E-FDF8-E620E33B1560}"/>
                </a:ext>
              </a:extLst>
            </p:cNvPr>
            <p:cNvCxnSpPr>
              <a:cxnSpLocks/>
              <a:stCxn id="373" idx="3"/>
              <a:endCxn id="226" idx="7"/>
            </p:cNvCxnSpPr>
            <p:nvPr/>
          </p:nvCxnSpPr>
          <p:spPr>
            <a:xfrm flipH="1">
              <a:off x="10434550" y="-1339930"/>
              <a:ext cx="2025403" cy="4679772"/>
            </a:xfrm>
            <a:prstGeom prst="straightConnector1">
              <a:avLst/>
            </a:prstGeom>
            <a:ln w="28575">
              <a:solidFill>
                <a:srgbClr val="90060D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直接箭头连接符 380">
              <a:extLst>
                <a:ext uri="{FF2B5EF4-FFF2-40B4-BE49-F238E27FC236}">
                  <a16:creationId xmlns:a16="http://schemas.microsoft.com/office/drawing/2014/main" id="{BD078D1F-CA26-296F-BE22-4FB463611486}"/>
                </a:ext>
              </a:extLst>
            </p:cNvPr>
            <p:cNvCxnSpPr>
              <a:cxnSpLocks/>
              <a:stCxn id="374" idx="3"/>
              <a:endCxn id="233" idx="0"/>
            </p:cNvCxnSpPr>
            <p:nvPr/>
          </p:nvCxnSpPr>
          <p:spPr>
            <a:xfrm flipH="1">
              <a:off x="11153089" y="-2910525"/>
              <a:ext cx="2643439" cy="6586983"/>
            </a:xfrm>
            <a:prstGeom prst="straightConnector1">
              <a:avLst/>
            </a:prstGeom>
            <a:ln w="28575">
              <a:solidFill>
                <a:srgbClr val="90060D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直接箭头连接符 383">
              <a:extLst>
                <a:ext uri="{FF2B5EF4-FFF2-40B4-BE49-F238E27FC236}">
                  <a16:creationId xmlns:a16="http://schemas.microsoft.com/office/drawing/2014/main" id="{DE3DDA40-88C2-5C69-C24F-D4BA84B64809}"/>
                </a:ext>
              </a:extLst>
            </p:cNvPr>
            <p:cNvCxnSpPr>
              <a:cxnSpLocks/>
              <a:stCxn id="375" idx="3"/>
              <a:endCxn id="227" idx="0"/>
            </p:cNvCxnSpPr>
            <p:nvPr/>
          </p:nvCxnSpPr>
          <p:spPr>
            <a:xfrm flipH="1">
              <a:off x="11946708" y="-2026564"/>
              <a:ext cx="3164865" cy="6283386"/>
            </a:xfrm>
            <a:prstGeom prst="straightConnector1">
              <a:avLst/>
            </a:prstGeom>
            <a:ln w="28575">
              <a:solidFill>
                <a:srgbClr val="90060D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9" name="平行四边形 368">
              <a:extLst>
                <a:ext uri="{FF2B5EF4-FFF2-40B4-BE49-F238E27FC236}">
                  <a16:creationId xmlns:a16="http://schemas.microsoft.com/office/drawing/2014/main" id="{BA4B7CB2-B2F6-B1FB-D95C-0B7EABA210A9}"/>
                </a:ext>
              </a:extLst>
            </p:cNvPr>
            <p:cNvSpPr/>
            <p:nvPr/>
          </p:nvSpPr>
          <p:spPr>
            <a:xfrm>
              <a:off x="832150" y="556125"/>
              <a:ext cx="9290825" cy="4345564"/>
            </a:xfrm>
            <a:prstGeom prst="parallelogram">
              <a:avLst>
                <a:gd name="adj" fmla="val 46481"/>
              </a:avLst>
            </a:prstGeom>
            <a:blipFill dpi="0" rotWithShape="1">
              <a:blip r:embed="rId3">
                <a:alphaModFix amt="61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1CF43064-599C-8C8D-B396-8B3994D2AEE6}"/>
                </a:ext>
              </a:extLst>
            </p:cNvPr>
            <p:cNvCxnSpPr>
              <a:cxnSpLocks/>
              <a:stCxn id="75" idx="0"/>
              <a:endCxn id="154" idx="4"/>
            </p:cNvCxnSpPr>
            <p:nvPr/>
          </p:nvCxnSpPr>
          <p:spPr>
            <a:xfrm flipV="1">
              <a:off x="7057863" y="-2272284"/>
              <a:ext cx="565424" cy="5219999"/>
            </a:xfrm>
            <a:prstGeom prst="straightConnector1">
              <a:avLst/>
            </a:prstGeom>
            <a:ln w="28575">
              <a:solidFill>
                <a:srgbClr val="C04F15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直接箭头连接符 215">
              <a:extLst>
                <a:ext uri="{FF2B5EF4-FFF2-40B4-BE49-F238E27FC236}">
                  <a16:creationId xmlns:a16="http://schemas.microsoft.com/office/drawing/2014/main" id="{AFC54B9D-DB0F-75E6-BF9E-6D92E143F095}"/>
                </a:ext>
              </a:extLst>
            </p:cNvPr>
            <p:cNvCxnSpPr>
              <a:cxnSpLocks/>
              <a:stCxn id="57" idx="0"/>
              <a:endCxn id="154" idx="3"/>
            </p:cNvCxnSpPr>
            <p:nvPr/>
          </p:nvCxnSpPr>
          <p:spPr>
            <a:xfrm flipV="1">
              <a:off x="5940576" y="-2401633"/>
              <a:ext cx="1354163" cy="3969882"/>
            </a:xfrm>
            <a:prstGeom prst="straightConnector1">
              <a:avLst/>
            </a:prstGeom>
            <a:ln w="28575">
              <a:solidFill>
                <a:srgbClr val="C04F15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直接箭头连接符 199">
              <a:extLst>
                <a:ext uri="{FF2B5EF4-FFF2-40B4-BE49-F238E27FC236}">
                  <a16:creationId xmlns:a16="http://schemas.microsoft.com/office/drawing/2014/main" id="{529914C8-2B13-F796-19DA-12C74D32E2EA}"/>
                </a:ext>
              </a:extLst>
            </p:cNvPr>
            <p:cNvCxnSpPr>
              <a:cxnSpLocks/>
              <a:stCxn id="64" idx="0"/>
              <a:endCxn id="151" idx="4"/>
            </p:cNvCxnSpPr>
            <p:nvPr/>
          </p:nvCxnSpPr>
          <p:spPr>
            <a:xfrm flipH="1" flipV="1">
              <a:off x="5100836" y="-2584560"/>
              <a:ext cx="622220" cy="5693986"/>
            </a:xfrm>
            <a:prstGeom prst="straightConnector1">
              <a:avLst/>
            </a:prstGeom>
            <a:ln w="28575">
              <a:solidFill>
                <a:srgbClr val="13501B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箭头连接符 155">
              <a:extLst>
                <a:ext uri="{FF2B5EF4-FFF2-40B4-BE49-F238E27FC236}">
                  <a16:creationId xmlns:a16="http://schemas.microsoft.com/office/drawing/2014/main" id="{94BD896B-8859-5749-6A4F-74AD0CACF7EC}"/>
                </a:ext>
              </a:extLst>
            </p:cNvPr>
            <p:cNvCxnSpPr>
              <a:stCxn id="4" idx="7"/>
              <a:endCxn id="152" idx="3"/>
            </p:cNvCxnSpPr>
            <p:nvPr/>
          </p:nvCxnSpPr>
          <p:spPr>
            <a:xfrm flipV="1">
              <a:off x="2204752" y="-1829948"/>
              <a:ext cx="3882581" cy="5381085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直接箭头连接符 168">
              <a:extLst>
                <a:ext uri="{FF2B5EF4-FFF2-40B4-BE49-F238E27FC236}">
                  <a16:creationId xmlns:a16="http://schemas.microsoft.com/office/drawing/2014/main" id="{1CE27DFE-29E5-4A84-0C42-F4ACBC637B0B}"/>
                </a:ext>
              </a:extLst>
            </p:cNvPr>
            <p:cNvCxnSpPr>
              <a:cxnSpLocks/>
              <a:stCxn id="140" idx="0"/>
              <a:endCxn id="152" idx="5"/>
            </p:cNvCxnSpPr>
            <p:nvPr/>
          </p:nvCxnSpPr>
          <p:spPr>
            <a:xfrm flipH="1" flipV="1">
              <a:off x="6744428" y="-1829948"/>
              <a:ext cx="879781" cy="5357807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直接箭头连接符 171">
              <a:extLst>
                <a:ext uri="{FF2B5EF4-FFF2-40B4-BE49-F238E27FC236}">
                  <a16:creationId xmlns:a16="http://schemas.microsoft.com/office/drawing/2014/main" id="{EAE94A8E-9280-C5BD-C1C6-FDAE423B9295}"/>
                </a:ext>
              </a:extLst>
            </p:cNvPr>
            <p:cNvCxnSpPr>
              <a:cxnSpLocks/>
              <a:stCxn id="74" idx="0"/>
              <a:endCxn id="152" idx="4"/>
            </p:cNvCxnSpPr>
            <p:nvPr/>
          </p:nvCxnSpPr>
          <p:spPr>
            <a:xfrm flipV="1">
              <a:off x="6075129" y="-1700599"/>
              <a:ext cx="340752" cy="5996822"/>
            </a:xfrm>
            <a:prstGeom prst="straightConnector1">
              <a:avLst/>
            </a:prstGeom>
            <a:ln w="28575">
              <a:solidFill>
                <a:schemeClr val="tx1">
                  <a:lumMod val="65000"/>
                  <a:lumOff val="35000"/>
                </a:schemeClr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直接箭头连接符 174">
              <a:extLst>
                <a:ext uri="{FF2B5EF4-FFF2-40B4-BE49-F238E27FC236}">
                  <a16:creationId xmlns:a16="http://schemas.microsoft.com/office/drawing/2014/main" id="{D8986B0D-FF80-7E94-839A-04F35C760D95}"/>
                </a:ext>
              </a:extLst>
            </p:cNvPr>
            <p:cNvCxnSpPr>
              <a:cxnSpLocks/>
              <a:stCxn id="129" idx="0"/>
              <a:endCxn id="149" idx="3"/>
            </p:cNvCxnSpPr>
            <p:nvPr/>
          </p:nvCxnSpPr>
          <p:spPr>
            <a:xfrm flipV="1">
              <a:off x="2503490" y="-1143314"/>
              <a:ext cx="932223" cy="2645387"/>
            </a:xfrm>
            <a:prstGeom prst="straightConnector1">
              <a:avLst/>
            </a:prstGeom>
            <a:ln w="28575">
              <a:solidFill>
                <a:srgbClr val="215F9A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95C2A552-CB49-B81B-86FC-D073B734E2A8}"/>
                </a:ext>
              </a:extLst>
            </p:cNvPr>
            <p:cNvCxnSpPr>
              <a:cxnSpLocks/>
              <a:stCxn id="55" idx="0"/>
              <a:endCxn id="149" idx="4"/>
            </p:cNvCxnSpPr>
            <p:nvPr/>
          </p:nvCxnSpPr>
          <p:spPr>
            <a:xfrm flipH="1" flipV="1">
              <a:off x="3764261" y="-1013965"/>
              <a:ext cx="1487225" cy="2751224"/>
            </a:xfrm>
            <a:prstGeom prst="straightConnector1">
              <a:avLst/>
            </a:prstGeom>
            <a:ln w="28575">
              <a:solidFill>
                <a:srgbClr val="215F9A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直接箭头连接符 181">
              <a:extLst>
                <a:ext uri="{FF2B5EF4-FFF2-40B4-BE49-F238E27FC236}">
                  <a16:creationId xmlns:a16="http://schemas.microsoft.com/office/drawing/2014/main" id="{4D174E23-7DC7-332B-85B0-3F47B679B917}"/>
                </a:ext>
              </a:extLst>
            </p:cNvPr>
            <p:cNvCxnSpPr>
              <a:cxnSpLocks/>
              <a:stCxn id="110" idx="0"/>
              <a:endCxn id="149" idx="5"/>
            </p:cNvCxnSpPr>
            <p:nvPr/>
          </p:nvCxnSpPr>
          <p:spPr>
            <a:xfrm flipH="1" flipV="1">
              <a:off x="4092808" y="-1143314"/>
              <a:ext cx="4572492" cy="2247456"/>
            </a:xfrm>
            <a:prstGeom prst="straightConnector1">
              <a:avLst/>
            </a:prstGeom>
            <a:ln w="28575">
              <a:solidFill>
                <a:srgbClr val="215F9A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箭头连接符 186">
              <a:extLst>
                <a:ext uri="{FF2B5EF4-FFF2-40B4-BE49-F238E27FC236}">
                  <a16:creationId xmlns:a16="http://schemas.microsoft.com/office/drawing/2014/main" id="{71787C00-2A90-A12E-EFEB-D4D74499711A}"/>
                </a:ext>
              </a:extLst>
            </p:cNvPr>
            <p:cNvCxnSpPr>
              <a:cxnSpLocks/>
              <a:stCxn id="61" idx="7"/>
              <a:endCxn id="153" idx="3"/>
            </p:cNvCxnSpPr>
            <p:nvPr/>
          </p:nvCxnSpPr>
          <p:spPr>
            <a:xfrm flipV="1">
              <a:off x="4841835" y="-1439143"/>
              <a:ext cx="3290072" cy="3641244"/>
            </a:xfrm>
            <a:prstGeom prst="straightConnector1">
              <a:avLst/>
            </a:prstGeom>
            <a:ln w="28575">
              <a:solidFill>
                <a:srgbClr val="FA6671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直接箭头连接符 189">
              <a:extLst>
                <a:ext uri="{FF2B5EF4-FFF2-40B4-BE49-F238E27FC236}">
                  <a16:creationId xmlns:a16="http://schemas.microsoft.com/office/drawing/2014/main" id="{4E730B3F-67E3-D461-2048-970BC73C9277}"/>
                </a:ext>
              </a:extLst>
            </p:cNvPr>
            <p:cNvCxnSpPr>
              <a:cxnSpLocks/>
              <a:stCxn id="79" idx="0"/>
              <a:endCxn id="153" idx="4"/>
            </p:cNvCxnSpPr>
            <p:nvPr/>
          </p:nvCxnSpPr>
          <p:spPr>
            <a:xfrm flipV="1">
              <a:off x="6377183" y="-1309794"/>
              <a:ext cx="2083272" cy="4260287"/>
            </a:xfrm>
            <a:prstGeom prst="straightConnector1">
              <a:avLst/>
            </a:prstGeom>
            <a:ln w="28575">
              <a:solidFill>
                <a:srgbClr val="FA6671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直接箭头连接符 192">
              <a:extLst>
                <a:ext uri="{FF2B5EF4-FFF2-40B4-BE49-F238E27FC236}">
                  <a16:creationId xmlns:a16="http://schemas.microsoft.com/office/drawing/2014/main" id="{0D371B43-2073-63A4-5794-1C5983B7068C}"/>
                </a:ext>
              </a:extLst>
            </p:cNvPr>
            <p:cNvCxnSpPr>
              <a:cxnSpLocks/>
              <a:endCxn id="153" idx="5"/>
            </p:cNvCxnSpPr>
            <p:nvPr/>
          </p:nvCxnSpPr>
          <p:spPr>
            <a:xfrm flipV="1">
              <a:off x="8728689" y="-1439143"/>
              <a:ext cx="60313" cy="2059983"/>
            </a:xfrm>
            <a:prstGeom prst="straightConnector1">
              <a:avLst/>
            </a:prstGeom>
            <a:ln w="28575">
              <a:solidFill>
                <a:srgbClr val="FA6671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直接箭头连接符 196">
              <a:extLst>
                <a:ext uri="{FF2B5EF4-FFF2-40B4-BE49-F238E27FC236}">
                  <a16:creationId xmlns:a16="http://schemas.microsoft.com/office/drawing/2014/main" id="{9FBFBC37-4048-C704-DD7B-64873247B587}"/>
                </a:ext>
              </a:extLst>
            </p:cNvPr>
            <p:cNvCxnSpPr>
              <a:cxnSpLocks/>
              <a:stCxn id="36" idx="0"/>
              <a:endCxn id="151" idx="3"/>
            </p:cNvCxnSpPr>
            <p:nvPr/>
          </p:nvCxnSpPr>
          <p:spPr>
            <a:xfrm flipV="1">
              <a:off x="4106967" y="-2713909"/>
              <a:ext cx="665321" cy="5979332"/>
            </a:xfrm>
            <a:prstGeom prst="straightConnector1">
              <a:avLst/>
            </a:prstGeom>
            <a:ln w="28575">
              <a:solidFill>
                <a:srgbClr val="13501B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625268E3-BB2B-8E3A-E568-F6BD4C3B5C69}"/>
                </a:ext>
              </a:extLst>
            </p:cNvPr>
            <p:cNvSpPr/>
            <p:nvPr/>
          </p:nvSpPr>
          <p:spPr>
            <a:xfrm>
              <a:off x="2014090" y="3516695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椭圆 4">
              <a:extLst>
                <a:ext uri="{FF2B5EF4-FFF2-40B4-BE49-F238E27FC236}">
                  <a16:creationId xmlns:a16="http://schemas.microsoft.com/office/drawing/2014/main" id="{62B4E316-C410-58EF-87F4-511180970AFE}"/>
                </a:ext>
              </a:extLst>
            </p:cNvPr>
            <p:cNvSpPr/>
            <p:nvPr/>
          </p:nvSpPr>
          <p:spPr>
            <a:xfrm>
              <a:off x="2395892" y="3263230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FB8F378A-0605-F426-EE37-20805288999E}"/>
                </a:ext>
              </a:extLst>
            </p:cNvPr>
            <p:cNvSpPr/>
            <p:nvPr/>
          </p:nvSpPr>
          <p:spPr>
            <a:xfrm>
              <a:off x="1853424" y="4128847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8979B4A0-76D7-1423-6753-A33F0BACAF2C}"/>
                </a:ext>
              </a:extLst>
            </p:cNvPr>
            <p:cNvSpPr/>
            <p:nvPr/>
          </p:nvSpPr>
          <p:spPr>
            <a:xfrm>
              <a:off x="2708955" y="3380823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DC8CF362-4D20-A8C2-C564-83370FBB357D}"/>
                </a:ext>
              </a:extLst>
            </p:cNvPr>
            <p:cNvSpPr/>
            <p:nvPr/>
          </p:nvSpPr>
          <p:spPr>
            <a:xfrm>
              <a:off x="2497104" y="4342862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2BCE40D-676B-94D1-0CF3-3F406E7C8436}"/>
                </a:ext>
              </a:extLst>
            </p:cNvPr>
            <p:cNvSpPr/>
            <p:nvPr/>
          </p:nvSpPr>
          <p:spPr>
            <a:xfrm>
              <a:off x="2885783" y="3716416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58588A84-62CC-41E2-EC36-4A011681DCE8}"/>
                </a:ext>
              </a:extLst>
            </p:cNvPr>
            <p:cNvSpPr/>
            <p:nvPr/>
          </p:nvSpPr>
          <p:spPr>
            <a:xfrm>
              <a:off x="2434393" y="3782994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5DA04E3E-8B33-39EA-8554-E90FE3B5CBEA}"/>
                </a:ext>
              </a:extLst>
            </p:cNvPr>
            <p:cNvSpPr/>
            <p:nvPr/>
          </p:nvSpPr>
          <p:spPr>
            <a:xfrm>
              <a:off x="2662408" y="4057714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A561E5D6-4B10-C95C-86D5-A507768AB991}"/>
                </a:ext>
              </a:extLst>
            </p:cNvPr>
            <p:cNvSpPr/>
            <p:nvPr/>
          </p:nvSpPr>
          <p:spPr>
            <a:xfrm>
              <a:off x="3193405" y="3634288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9AB1817-C91F-88F2-AA7B-D549ABE75237}"/>
                </a:ext>
              </a:extLst>
            </p:cNvPr>
            <p:cNvSpPr/>
            <p:nvPr/>
          </p:nvSpPr>
          <p:spPr>
            <a:xfrm>
              <a:off x="2989865" y="4103207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1FBBE40F-D607-1A3F-5DC3-1F945678DD34}"/>
                </a:ext>
              </a:extLst>
            </p:cNvPr>
            <p:cNvSpPr/>
            <p:nvPr/>
          </p:nvSpPr>
          <p:spPr>
            <a:xfrm>
              <a:off x="2251137" y="4051939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617ED591-EB46-C836-C23B-92B7872E8674}"/>
                </a:ext>
              </a:extLst>
            </p:cNvPr>
            <p:cNvSpPr/>
            <p:nvPr/>
          </p:nvSpPr>
          <p:spPr>
            <a:xfrm>
              <a:off x="2747965" y="4450027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FB74CEFE-F364-7EEA-8BE5-11EB5CA0E5CF}"/>
                </a:ext>
              </a:extLst>
            </p:cNvPr>
            <p:cNvSpPr/>
            <p:nvPr/>
          </p:nvSpPr>
          <p:spPr>
            <a:xfrm>
              <a:off x="2023122" y="4364033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A9E296C9-1CC5-97EA-50F3-B24A9DB588E4}"/>
                </a:ext>
              </a:extLst>
            </p:cNvPr>
            <p:cNvSpPr/>
            <p:nvPr/>
          </p:nvSpPr>
          <p:spPr>
            <a:xfrm>
              <a:off x="2062030" y="3051210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13C1C538-9D18-35CC-EBD4-2538142B7069}"/>
                </a:ext>
              </a:extLst>
            </p:cNvPr>
            <p:cNvSpPr/>
            <p:nvPr/>
          </p:nvSpPr>
          <p:spPr>
            <a:xfrm>
              <a:off x="2023122" y="3826527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E0330AC4-8EE4-03C1-5FD9-D52B801DBFC1}"/>
                </a:ext>
              </a:extLst>
            </p:cNvPr>
            <p:cNvSpPr/>
            <p:nvPr/>
          </p:nvSpPr>
          <p:spPr>
            <a:xfrm>
              <a:off x="3309583" y="4130478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A11F6CF-CD47-966D-41FC-FF365A5CA8FA}"/>
                </a:ext>
              </a:extLst>
            </p:cNvPr>
            <p:cNvSpPr/>
            <p:nvPr/>
          </p:nvSpPr>
          <p:spPr>
            <a:xfrm>
              <a:off x="4176408" y="2954537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35A9DD1D-DEB3-166D-695C-9F2E72ED1EA0}"/>
                </a:ext>
              </a:extLst>
            </p:cNvPr>
            <p:cNvSpPr/>
            <p:nvPr/>
          </p:nvSpPr>
          <p:spPr>
            <a:xfrm>
              <a:off x="4368049" y="2702126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60AE5436-5618-2C67-C5AD-180F20A882A5}"/>
                </a:ext>
              </a:extLst>
            </p:cNvPr>
            <p:cNvSpPr/>
            <p:nvPr/>
          </p:nvSpPr>
          <p:spPr>
            <a:xfrm>
              <a:off x="3538521" y="3410356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1CE0BDC1-1394-8988-263D-B9A713A12AEC}"/>
                </a:ext>
              </a:extLst>
            </p:cNvPr>
            <p:cNvSpPr/>
            <p:nvPr/>
          </p:nvSpPr>
          <p:spPr>
            <a:xfrm>
              <a:off x="3050019" y="3104297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FD13D458-53A0-2A0D-7A9B-B9DE8FCBF3C2}"/>
                </a:ext>
              </a:extLst>
            </p:cNvPr>
            <p:cNvSpPr/>
            <p:nvPr/>
          </p:nvSpPr>
          <p:spPr>
            <a:xfrm>
              <a:off x="4368049" y="3771330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C59CD056-B1D0-75B7-07EA-176079044958}"/>
                </a:ext>
              </a:extLst>
            </p:cNvPr>
            <p:cNvSpPr/>
            <p:nvPr/>
          </p:nvSpPr>
          <p:spPr>
            <a:xfrm>
              <a:off x="3649410" y="2702126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FE863250-CAA0-BDC9-F85E-9C22DA58B1ED}"/>
                </a:ext>
              </a:extLst>
            </p:cNvPr>
            <p:cNvSpPr/>
            <p:nvPr/>
          </p:nvSpPr>
          <p:spPr>
            <a:xfrm>
              <a:off x="4435219" y="3384744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0BBCCEEE-CE49-DFB3-E7C5-07A5E60E649B}"/>
                </a:ext>
              </a:extLst>
            </p:cNvPr>
            <p:cNvSpPr/>
            <p:nvPr/>
          </p:nvSpPr>
          <p:spPr>
            <a:xfrm>
              <a:off x="4394519" y="4106842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0FD032C7-5319-DBE0-4FA9-43047F8C34F7}"/>
                </a:ext>
              </a:extLst>
            </p:cNvPr>
            <p:cNvSpPr/>
            <p:nvPr/>
          </p:nvSpPr>
          <p:spPr>
            <a:xfrm>
              <a:off x="3995278" y="2576994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91C690E7-034B-947C-7762-B7344A58F667}"/>
                </a:ext>
              </a:extLst>
            </p:cNvPr>
            <p:cNvSpPr/>
            <p:nvPr/>
          </p:nvSpPr>
          <p:spPr>
            <a:xfrm>
              <a:off x="4783382" y="3051645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A1D436A6-F67F-BC49-A392-B4783DE71A4A}"/>
                </a:ext>
              </a:extLst>
            </p:cNvPr>
            <p:cNvSpPr/>
            <p:nvPr/>
          </p:nvSpPr>
          <p:spPr>
            <a:xfrm>
              <a:off x="3966146" y="3569374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340343FF-5DC9-31A1-31D5-6822E98F9599}"/>
                </a:ext>
              </a:extLst>
            </p:cNvPr>
            <p:cNvSpPr/>
            <p:nvPr/>
          </p:nvSpPr>
          <p:spPr>
            <a:xfrm>
              <a:off x="3779107" y="4212362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1CF128C9-34C0-E073-7884-3C000BBD693A}"/>
                </a:ext>
              </a:extLst>
            </p:cNvPr>
            <p:cNvSpPr/>
            <p:nvPr/>
          </p:nvSpPr>
          <p:spPr>
            <a:xfrm>
              <a:off x="3768680" y="3860571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598674AA-252F-3645-DB53-53764EC2EAFA}"/>
                </a:ext>
              </a:extLst>
            </p:cNvPr>
            <p:cNvSpPr/>
            <p:nvPr/>
          </p:nvSpPr>
          <p:spPr>
            <a:xfrm>
              <a:off x="3656993" y="3029572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F3589D66-9D38-7671-626B-1D6D55C8324C}"/>
                </a:ext>
              </a:extLst>
            </p:cNvPr>
            <p:cNvSpPr/>
            <p:nvPr/>
          </p:nvSpPr>
          <p:spPr>
            <a:xfrm>
              <a:off x="3995279" y="3265423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6B0B3656-5F98-B1D6-C212-A0406410E5F5}"/>
                </a:ext>
              </a:extLst>
            </p:cNvPr>
            <p:cNvSpPr/>
            <p:nvPr/>
          </p:nvSpPr>
          <p:spPr>
            <a:xfrm>
              <a:off x="3290091" y="2772168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4E5124A6-4F47-BCDC-4090-505325974E30}"/>
                </a:ext>
              </a:extLst>
            </p:cNvPr>
            <p:cNvSpPr/>
            <p:nvPr/>
          </p:nvSpPr>
          <p:spPr>
            <a:xfrm>
              <a:off x="3322874" y="2182835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5DB1C2B7-870D-3D34-9412-C7A60CA9C22F}"/>
                </a:ext>
              </a:extLst>
            </p:cNvPr>
            <p:cNvSpPr/>
            <p:nvPr/>
          </p:nvSpPr>
          <p:spPr>
            <a:xfrm>
              <a:off x="3667419" y="2260730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631460D3-27AF-851D-5669-09385504F0F6}"/>
                </a:ext>
              </a:extLst>
            </p:cNvPr>
            <p:cNvSpPr/>
            <p:nvPr/>
          </p:nvSpPr>
          <p:spPr>
            <a:xfrm>
              <a:off x="4011964" y="2013825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AF2B3756-5634-A41B-416A-6B33D16A838C}"/>
                </a:ext>
              </a:extLst>
            </p:cNvPr>
            <p:cNvSpPr/>
            <p:nvPr/>
          </p:nvSpPr>
          <p:spPr>
            <a:xfrm>
              <a:off x="4343834" y="2252633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D9E02491-D522-655E-836C-80554F40AE3A}"/>
                </a:ext>
              </a:extLst>
            </p:cNvPr>
            <p:cNvSpPr/>
            <p:nvPr/>
          </p:nvSpPr>
          <p:spPr>
            <a:xfrm>
              <a:off x="3929848" y="2279943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E90E6012-F69C-132D-951B-4972260003C1}"/>
                </a:ext>
              </a:extLst>
            </p:cNvPr>
            <p:cNvSpPr/>
            <p:nvPr/>
          </p:nvSpPr>
          <p:spPr>
            <a:xfrm>
              <a:off x="2803459" y="2257870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EAC1BC84-918B-D248-3003-1590D35E3B09}"/>
                </a:ext>
              </a:extLst>
            </p:cNvPr>
            <p:cNvSpPr/>
            <p:nvPr/>
          </p:nvSpPr>
          <p:spPr>
            <a:xfrm>
              <a:off x="3141745" y="2493721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FD640A6E-FBAD-6FC1-15F1-8881DF2E252D}"/>
                </a:ext>
              </a:extLst>
            </p:cNvPr>
            <p:cNvSpPr/>
            <p:nvPr/>
          </p:nvSpPr>
          <p:spPr>
            <a:xfrm>
              <a:off x="2834249" y="2613235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50A0B191-7CA8-A333-9BD2-E019C35C6DDB}"/>
                </a:ext>
              </a:extLst>
            </p:cNvPr>
            <p:cNvSpPr/>
            <p:nvPr/>
          </p:nvSpPr>
          <p:spPr>
            <a:xfrm>
              <a:off x="2992484" y="1928071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>
              <a:extLst>
                <a:ext uri="{FF2B5EF4-FFF2-40B4-BE49-F238E27FC236}">
                  <a16:creationId xmlns:a16="http://schemas.microsoft.com/office/drawing/2014/main" id="{70D97C6E-56E5-AE87-9765-DE4761AAAF96}"/>
                </a:ext>
              </a:extLst>
            </p:cNvPr>
            <p:cNvSpPr/>
            <p:nvPr/>
          </p:nvSpPr>
          <p:spPr>
            <a:xfrm>
              <a:off x="5993332" y="2508961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>
              <a:extLst>
                <a:ext uri="{FF2B5EF4-FFF2-40B4-BE49-F238E27FC236}">
                  <a16:creationId xmlns:a16="http://schemas.microsoft.com/office/drawing/2014/main" id="{7ED0DBFE-9462-6466-76DA-39C34C0BA5B5}"/>
                </a:ext>
              </a:extLst>
            </p:cNvPr>
            <p:cNvSpPr/>
            <p:nvPr/>
          </p:nvSpPr>
          <p:spPr>
            <a:xfrm>
              <a:off x="6184973" y="2256550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id="{8552E8F4-6905-34EE-479A-B68F73C5C166}"/>
                </a:ext>
              </a:extLst>
            </p:cNvPr>
            <p:cNvSpPr/>
            <p:nvPr/>
          </p:nvSpPr>
          <p:spPr>
            <a:xfrm>
              <a:off x="4866943" y="2658721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>
              <a:extLst>
                <a:ext uri="{FF2B5EF4-FFF2-40B4-BE49-F238E27FC236}">
                  <a16:creationId xmlns:a16="http://schemas.microsoft.com/office/drawing/2014/main" id="{D0E59BB3-8D5A-16D2-521B-0D0022B0CAC4}"/>
                </a:ext>
              </a:extLst>
            </p:cNvPr>
            <p:cNvSpPr/>
            <p:nvPr/>
          </p:nvSpPr>
          <p:spPr>
            <a:xfrm>
              <a:off x="5466334" y="2256550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>
              <a:extLst>
                <a:ext uri="{FF2B5EF4-FFF2-40B4-BE49-F238E27FC236}">
                  <a16:creationId xmlns:a16="http://schemas.microsoft.com/office/drawing/2014/main" id="{ED9A1C35-21C3-D95D-AA67-C535D9C04DC5}"/>
                </a:ext>
              </a:extLst>
            </p:cNvPr>
            <p:cNvSpPr/>
            <p:nvPr/>
          </p:nvSpPr>
          <p:spPr>
            <a:xfrm>
              <a:off x="5812202" y="2131418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0D1642E6-5B16-B68B-9625-A5592E838BB4}"/>
                </a:ext>
              </a:extLst>
            </p:cNvPr>
            <p:cNvSpPr/>
            <p:nvPr/>
          </p:nvSpPr>
          <p:spPr>
            <a:xfrm>
              <a:off x="5473917" y="2583996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id="{4E801FB7-A789-55F1-D07B-DB097B02C881}"/>
                </a:ext>
              </a:extLst>
            </p:cNvPr>
            <p:cNvSpPr/>
            <p:nvPr/>
          </p:nvSpPr>
          <p:spPr>
            <a:xfrm>
              <a:off x="5812203" y="2819847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E2281856-BD8E-0F79-4828-2B41A0CEE708}"/>
                </a:ext>
              </a:extLst>
            </p:cNvPr>
            <p:cNvSpPr/>
            <p:nvPr/>
          </p:nvSpPr>
          <p:spPr>
            <a:xfrm>
              <a:off x="5107015" y="2326592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>
              <a:extLst>
                <a:ext uri="{FF2B5EF4-FFF2-40B4-BE49-F238E27FC236}">
                  <a16:creationId xmlns:a16="http://schemas.microsoft.com/office/drawing/2014/main" id="{DD7344BD-0A68-51CB-3C29-6CC15787BB26}"/>
                </a:ext>
              </a:extLst>
            </p:cNvPr>
            <p:cNvSpPr/>
            <p:nvPr/>
          </p:nvSpPr>
          <p:spPr>
            <a:xfrm>
              <a:off x="5139798" y="1737259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4AEEF15A-01A1-4994-1407-1716717ACFEA}"/>
                </a:ext>
              </a:extLst>
            </p:cNvPr>
            <p:cNvSpPr/>
            <p:nvPr/>
          </p:nvSpPr>
          <p:spPr>
            <a:xfrm>
              <a:off x="5484343" y="1815154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>
              <a:extLst>
                <a:ext uri="{FF2B5EF4-FFF2-40B4-BE49-F238E27FC236}">
                  <a16:creationId xmlns:a16="http://schemas.microsoft.com/office/drawing/2014/main" id="{8EEEE34C-D9A9-D2EF-BFB7-6FE2466F20C0}"/>
                </a:ext>
              </a:extLst>
            </p:cNvPr>
            <p:cNvSpPr/>
            <p:nvPr/>
          </p:nvSpPr>
          <p:spPr>
            <a:xfrm>
              <a:off x="5828888" y="1568249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>
              <a:extLst>
                <a:ext uri="{FF2B5EF4-FFF2-40B4-BE49-F238E27FC236}">
                  <a16:creationId xmlns:a16="http://schemas.microsoft.com/office/drawing/2014/main" id="{AB8D63EB-7A79-7FAF-D9C3-7A7FD9D3C4C3}"/>
                </a:ext>
              </a:extLst>
            </p:cNvPr>
            <p:cNvSpPr/>
            <p:nvPr/>
          </p:nvSpPr>
          <p:spPr>
            <a:xfrm>
              <a:off x="6160758" y="1807057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id="{F9F0522A-71A0-9A18-C7A3-5DC12890CD97}"/>
                </a:ext>
              </a:extLst>
            </p:cNvPr>
            <p:cNvSpPr/>
            <p:nvPr/>
          </p:nvSpPr>
          <p:spPr>
            <a:xfrm>
              <a:off x="4620383" y="1812294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>
              <a:extLst>
                <a:ext uri="{FF2B5EF4-FFF2-40B4-BE49-F238E27FC236}">
                  <a16:creationId xmlns:a16="http://schemas.microsoft.com/office/drawing/2014/main" id="{0B3BEA32-CB9B-0F14-E3CD-78E729AC5F8B}"/>
                </a:ext>
              </a:extLst>
            </p:cNvPr>
            <p:cNvSpPr/>
            <p:nvPr/>
          </p:nvSpPr>
          <p:spPr>
            <a:xfrm>
              <a:off x="4958669" y="2048145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>
              <a:extLst>
                <a:ext uri="{FF2B5EF4-FFF2-40B4-BE49-F238E27FC236}">
                  <a16:creationId xmlns:a16="http://schemas.microsoft.com/office/drawing/2014/main" id="{21D3E0FC-784A-ECCE-4E4F-9F40EF8AE4D3}"/>
                </a:ext>
              </a:extLst>
            </p:cNvPr>
            <p:cNvSpPr/>
            <p:nvPr/>
          </p:nvSpPr>
          <p:spPr>
            <a:xfrm>
              <a:off x="4651173" y="2167659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id="{9927D2F8-F593-4D37-206F-4528CA5E9665}"/>
                </a:ext>
              </a:extLst>
            </p:cNvPr>
            <p:cNvSpPr/>
            <p:nvPr/>
          </p:nvSpPr>
          <p:spPr>
            <a:xfrm>
              <a:off x="4809408" y="1482495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id="{A9CA72F0-5AF4-65E3-FABD-BB6D18B21C5D}"/>
                </a:ext>
              </a:extLst>
            </p:cNvPr>
            <p:cNvSpPr/>
            <p:nvPr/>
          </p:nvSpPr>
          <p:spPr>
            <a:xfrm>
              <a:off x="5229566" y="3362891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id="{6E3F85A8-2822-73F8-E6E2-8AAFD3BC29C4}"/>
                </a:ext>
              </a:extLst>
            </p:cNvPr>
            <p:cNvSpPr/>
            <p:nvPr/>
          </p:nvSpPr>
          <p:spPr>
            <a:xfrm>
              <a:off x="5611368" y="3109426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>
              <a:extLst>
                <a:ext uri="{FF2B5EF4-FFF2-40B4-BE49-F238E27FC236}">
                  <a16:creationId xmlns:a16="http://schemas.microsoft.com/office/drawing/2014/main" id="{F9F0AB65-BB03-8D1E-09E1-B20607E87B0B}"/>
                </a:ext>
              </a:extLst>
            </p:cNvPr>
            <p:cNvSpPr/>
            <p:nvPr/>
          </p:nvSpPr>
          <p:spPr>
            <a:xfrm>
              <a:off x="5123687" y="3975699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>
              <a:extLst>
                <a:ext uri="{FF2B5EF4-FFF2-40B4-BE49-F238E27FC236}">
                  <a16:creationId xmlns:a16="http://schemas.microsoft.com/office/drawing/2014/main" id="{F7E1D8BA-8F19-4EF7-BA82-4FD48623275F}"/>
                </a:ext>
              </a:extLst>
            </p:cNvPr>
            <p:cNvSpPr/>
            <p:nvPr/>
          </p:nvSpPr>
          <p:spPr>
            <a:xfrm>
              <a:off x="5924431" y="3227019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id="{0840E058-FF24-C3C6-42DB-A302A814CD6A}"/>
                </a:ext>
              </a:extLst>
            </p:cNvPr>
            <p:cNvSpPr/>
            <p:nvPr/>
          </p:nvSpPr>
          <p:spPr>
            <a:xfrm>
              <a:off x="5611368" y="4178630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id="{44D4D712-3DB7-9CC9-E509-CA594149CBAB}"/>
                </a:ext>
              </a:extLst>
            </p:cNvPr>
            <p:cNvSpPr/>
            <p:nvPr/>
          </p:nvSpPr>
          <p:spPr>
            <a:xfrm>
              <a:off x="6101259" y="3562612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id="{D984C1CB-6CE8-9EAC-7FE8-FB1F90FCE85A}"/>
                </a:ext>
              </a:extLst>
            </p:cNvPr>
            <p:cNvSpPr/>
            <p:nvPr/>
          </p:nvSpPr>
          <p:spPr>
            <a:xfrm>
              <a:off x="6992058" y="3311407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662F9074-3A3D-4EB3-8DAD-0FAC966BFD1B}"/>
                </a:ext>
              </a:extLst>
            </p:cNvPr>
            <p:cNvSpPr/>
            <p:nvPr/>
          </p:nvSpPr>
          <p:spPr>
            <a:xfrm>
              <a:off x="6977184" y="3686967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7ECA39FC-871F-E079-07CA-C899196A05B6}"/>
                </a:ext>
              </a:extLst>
            </p:cNvPr>
            <p:cNvSpPr/>
            <p:nvPr/>
          </p:nvSpPr>
          <p:spPr>
            <a:xfrm>
              <a:off x="6408881" y="3480484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3DF54999-6BF8-1B63-766D-4142F3BF9C9C}"/>
                </a:ext>
              </a:extLst>
            </p:cNvPr>
            <p:cNvSpPr/>
            <p:nvPr/>
          </p:nvSpPr>
          <p:spPr>
            <a:xfrm>
              <a:off x="6205341" y="3949403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E772D822-1185-2628-225F-65EA40AA83EC}"/>
                </a:ext>
              </a:extLst>
            </p:cNvPr>
            <p:cNvSpPr/>
            <p:nvPr/>
          </p:nvSpPr>
          <p:spPr>
            <a:xfrm>
              <a:off x="5611368" y="3614794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id="{F48171E2-9121-61CF-7FE6-03F3D05981E2}"/>
                </a:ext>
              </a:extLst>
            </p:cNvPr>
            <p:cNvSpPr/>
            <p:nvPr/>
          </p:nvSpPr>
          <p:spPr>
            <a:xfrm>
              <a:off x="5963441" y="4296223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椭圆 74">
              <a:extLst>
                <a:ext uri="{FF2B5EF4-FFF2-40B4-BE49-F238E27FC236}">
                  <a16:creationId xmlns:a16="http://schemas.microsoft.com/office/drawing/2014/main" id="{2D20C820-1BB4-140E-B792-510908B7D771}"/>
                </a:ext>
              </a:extLst>
            </p:cNvPr>
            <p:cNvSpPr/>
            <p:nvPr/>
          </p:nvSpPr>
          <p:spPr>
            <a:xfrm>
              <a:off x="6946175" y="2947715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9ED36A70-F14F-9FB9-8E34-F1420EA3D315}"/>
                </a:ext>
              </a:extLst>
            </p:cNvPr>
            <p:cNvSpPr/>
            <p:nvPr/>
          </p:nvSpPr>
          <p:spPr>
            <a:xfrm>
              <a:off x="5203640" y="2967443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257BE29B-D433-D6E3-3D1E-AF2B14D6B3AA}"/>
                </a:ext>
              </a:extLst>
            </p:cNvPr>
            <p:cNvSpPr/>
            <p:nvPr/>
          </p:nvSpPr>
          <p:spPr>
            <a:xfrm>
              <a:off x="5238598" y="3672723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A69A48E5-D236-141D-2D78-9A5C8FBBED03}"/>
                </a:ext>
              </a:extLst>
            </p:cNvPr>
            <p:cNvSpPr/>
            <p:nvPr/>
          </p:nvSpPr>
          <p:spPr>
            <a:xfrm>
              <a:off x="6525059" y="3976674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椭圆 78">
              <a:extLst>
                <a:ext uri="{FF2B5EF4-FFF2-40B4-BE49-F238E27FC236}">
                  <a16:creationId xmlns:a16="http://schemas.microsoft.com/office/drawing/2014/main" id="{AD6C2061-485F-21F2-570D-51FA2D5A7F40}"/>
                </a:ext>
              </a:extLst>
            </p:cNvPr>
            <p:cNvSpPr/>
            <p:nvPr/>
          </p:nvSpPr>
          <p:spPr>
            <a:xfrm>
              <a:off x="6265495" y="2950493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>
              <a:extLst>
                <a:ext uri="{FF2B5EF4-FFF2-40B4-BE49-F238E27FC236}">
                  <a16:creationId xmlns:a16="http://schemas.microsoft.com/office/drawing/2014/main" id="{F63B9784-AB3E-5673-37A7-DE060E02D112}"/>
                </a:ext>
              </a:extLst>
            </p:cNvPr>
            <p:cNvSpPr/>
            <p:nvPr/>
          </p:nvSpPr>
          <p:spPr>
            <a:xfrm>
              <a:off x="6439803" y="1559843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椭圆 89">
              <a:extLst>
                <a:ext uri="{FF2B5EF4-FFF2-40B4-BE49-F238E27FC236}">
                  <a16:creationId xmlns:a16="http://schemas.microsoft.com/office/drawing/2014/main" id="{A836791B-83D1-2692-AFCB-9E8136C2D57C}"/>
                </a:ext>
              </a:extLst>
            </p:cNvPr>
            <p:cNvSpPr/>
            <p:nvPr/>
          </p:nvSpPr>
          <p:spPr>
            <a:xfrm>
              <a:off x="3368895" y="1422157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3CB30EC4-6775-5198-8026-ED786CA1CE3D}"/>
                </a:ext>
              </a:extLst>
            </p:cNvPr>
            <p:cNvSpPr/>
            <p:nvPr/>
          </p:nvSpPr>
          <p:spPr>
            <a:xfrm>
              <a:off x="3856576" y="1625088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椭圆 91">
              <a:extLst>
                <a:ext uri="{FF2B5EF4-FFF2-40B4-BE49-F238E27FC236}">
                  <a16:creationId xmlns:a16="http://schemas.microsoft.com/office/drawing/2014/main" id="{26263A3C-2963-890E-0244-AC6AECCE797B}"/>
                </a:ext>
              </a:extLst>
            </p:cNvPr>
            <p:cNvSpPr/>
            <p:nvPr/>
          </p:nvSpPr>
          <p:spPr>
            <a:xfrm>
              <a:off x="4123092" y="1350368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椭圆 92">
              <a:extLst>
                <a:ext uri="{FF2B5EF4-FFF2-40B4-BE49-F238E27FC236}">
                  <a16:creationId xmlns:a16="http://schemas.microsoft.com/office/drawing/2014/main" id="{17BAF0ED-7CDE-BAFE-43FE-9B458AD3FCFE}"/>
                </a:ext>
              </a:extLst>
            </p:cNvPr>
            <p:cNvSpPr/>
            <p:nvPr/>
          </p:nvSpPr>
          <p:spPr>
            <a:xfrm>
              <a:off x="4450549" y="1395861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id="{9FB299A7-121D-0E4C-B95A-B32517F944A1}"/>
                </a:ext>
              </a:extLst>
            </p:cNvPr>
            <p:cNvSpPr/>
            <p:nvPr/>
          </p:nvSpPr>
          <p:spPr>
            <a:xfrm>
              <a:off x="3711821" y="1344593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椭圆 94">
              <a:extLst>
                <a:ext uri="{FF2B5EF4-FFF2-40B4-BE49-F238E27FC236}">
                  <a16:creationId xmlns:a16="http://schemas.microsoft.com/office/drawing/2014/main" id="{34ED26D2-7EB0-8E01-4291-14AFAB01F522}"/>
                </a:ext>
              </a:extLst>
            </p:cNvPr>
            <p:cNvSpPr/>
            <p:nvPr/>
          </p:nvSpPr>
          <p:spPr>
            <a:xfrm>
              <a:off x="4208649" y="1742681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椭圆 95">
              <a:extLst>
                <a:ext uri="{FF2B5EF4-FFF2-40B4-BE49-F238E27FC236}">
                  <a16:creationId xmlns:a16="http://schemas.microsoft.com/office/drawing/2014/main" id="{1BCCBE20-7D5C-B654-3DC5-8DF670DDA986}"/>
                </a:ext>
              </a:extLst>
            </p:cNvPr>
            <p:cNvSpPr/>
            <p:nvPr/>
          </p:nvSpPr>
          <p:spPr>
            <a:xfrm>
              <a:off x="3506216" y="1742681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id="{ED738253-2C45-BD29-7D96-ED8F47C92756}"/>
                </a:ext>
              </a:extLst>
            </p:cNvPr>
            <p:cNvSpPr/>
            <p:nvPr/>
          </p:nvSpPr>
          <p:spPr>
            <a:xfrm>
              <a:off x="4732070" y="1144255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椭圆 97">
              <a:extLst>
                <a:ext uri="{FF2B5EF4-FFF2-40B4-BE49-F238E27FC236}">
                  <a16:creationId xmlns:a16="http://schemas.microsoft.com/office/drawing/2014/main" id="{902EA837-6CA7-E712-91A9-CD219699A4F3}"/>
                </a:ext>
              </a:extLst>
            </p:cNvPr>
            <p:cNvSpPr/>
            <p:nvPr/>
          </p:nvSpPr>
          <p:spPr>
            <a:xfrm>
              <a:off x="3109158" y="1209014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08651BEC-D9CE-103E-FEE7-C9B44583C2C9}"/>
                </a:ext>
              </a:extLst>
            </p:cNvPr>
            <p:cNvSpPr/>
            <p:nvPr/>
          </p:nvSpPr>
          <p:spPr>
            <a:xfrm>
              <a:off x="4427798" y="1104033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E299CB51-9B64-A74A-5653-1F87EF0715E6}"/>
                </a:ext>
              </a:extLst>
            </p:cNvPr>
            <p:cNvSpPr/>
            <p:nvPr/>
          </p:nvSpPr>
          <p:spPr>
            <a:xfrm>
              <a:off x="3410147" y="806632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15FC7BD1-3234-B140-0D0D-5D372FA9AF7B}"/>
                </a:ext>
              </a:extLst>
            </p:cNvPr>
            <p:cNvSpPr/>
            <p:nvPr/>
          </p:nvSpPr>
          <p:spPr>
            <a:xfrm>
              <a:off x="2989865" y="1489531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9C86F489-4720-5F90-E25C-34AF7F314C2D}"/>
                </a:ext>
              </a:extLst>
            </p:cNvPr>
            <p:cNvSpPr/>
            <p:nvPr/>
          </p:nvSpPr>
          <p:spPr>
            <a:xfrm>
              <a:off x="4171144" y="944621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196E86D7-917F-7F3F-4233-3E8DE8F5025B}"/>
                </a:ext>
              </a:extLst>
            </p:cNvPr>
            <p:cNvSpPr/>
            <p:nvPr/>
          </p:nvSpPr>
          <p:spPr>
            <a:xfrm>
              <a:off x="3361499" y="1091421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1157C814-5D75-5F8F-647B-B2B9264E4498}"/>
                </a:ext>
              </a:extLst>
            </p:cNvPr>
            <p:cNvSpPr/>
            <p:nvPr/>
          </p:nvSpPr>
          <p:spPr>
            <a:xfrm>
              <a:off x="3706473" y="934501"/>
              <a:ext cx="223375" cy="235186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8517E6EB-C2CC-74CF-0DBB-E96CB5BF01F4}"/>
                </a:ext>
              </a:extLst>
            </p:cNvPr>
            <p:cNvSpPr/>
            <p:nvPr/>
          </p:nvSpPr>
          <p:spPr>
            <a:xfrm>
              <a:off x="9372174" y="1153803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9DB8624B-C8B4-19DD-F283-A4D4C8DA0C2A}"/>
                </a:ext>
              </a:extLst>
            </p:cNvPr>
            <p:cNvSpPr/>
            <p:nvPr/>
          </p:nvSpPr>
          <p:spPr>
            <a:xfrm>
              <a:off x="7576040" y="1517229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A9AABFE8-A9E9-85A9-15AF-4AC2D7E58229}"/>
                </a:ext>
              </a:extLst>
            </p:cNvPr>
            <p:cNvSpPr/>
            <p:nvPr/>
          </p:nvSpPr>
          <p:spPr>
            <a:xfrm>
              <a:off x="8440414" y="2300428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C1CDCE45-DF25-5D43-38F1-3B1B9B31B7CA}"/>
                </a:ext>
              </a:extLst>
            </p:cNvPr>
            <p:cNvSpPr/>
            <p:nvPr/>
          </p:nvSpPr>
          <p:spPr>
            <a:xfrm>
              <a:off x="8063721" y="1720160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0" name="椭圆 109">
              <a:extLst>
                <a:ext uri="{FF2B5EF4-FFF2-40B4-BE49-F238E27FC236}">
                  <a16:creationId xmlns:a16="http://schemas.microsoft.com/office/drawing/2014/main" id="{9BBB1E51-E5C8-AA31-9200-4FF2E9654CCE}"/>
                </a:ext>
              </a:extLst>
            </p:cNvPr>
            <p:cNvSpPr/>
            <p:nvPr/>
          </p:nvSpPr>
          <p:spPr>
            <a:xfrm>
              <a:off x="8553612" y="1104142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椭圆 110">
              <a:extLst>
                <a:ext uri="{FF2B5EF4-FFF2-40B4-BE49-F238E27FC236}">
                  <a16:creationId xmlns:a16="http://schemas.microsoft.com/office/drawing/2014/main" id="{6FAC1311-8F62-3AAE-D48F-47F362B9324C}"/>
                </a:ext>
              </a:extLst>
            </p:cNvPr>
            <p:cNvSpPr/>
            <p:nvPr/>
          </p:nvSpPr>
          <p:spPr>
            <a:xfrm>
              <a:off x="8102222" y="1170720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D42D271B-BDE3-CF6D-BF09-01852913F16E}"/>
                </a:ext>
              </a:extLst>
            </p:cNvPr>
            <p:cNvSpPr/>
            <p:nvPr/>
          </p:nvSpPr>
          <p:spPr>
            <a:xfrm>
              <a:off x="8330237" y="1445440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616D8E78-1776-E57B-6636-6A73C8CAA1ED}"/>
                </a:ext>
              </a:extLst>
            </p:cNvPr>
            <p:cNvSpPr/>
            <p:nvPr/>
          </p:nvSpPr>
          <p:spPr>
            <a:xfrm>
              <a:off x="8861234" y="1022014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9F32825F-AD7B-4BE0-05B5-528852D9E8F0}"/>
                </a:ext>
              </a:extLst>
            </p:cNvPr>
            <p:cNvSpPr/>
            <p:nvPr/>
          </p:nvSpPr>
          <p:spPr>
            <a:xfrm>
              <a:off x="8657694" y="1490933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62F7732E-7734-C22F-0C16-CDF3C6C87961}"/>
                </a:ext>
              </a:extLst>
            </p:cNvPr>
            <p:cNvSpPr/>
            <p:nvPr/>
          </p:nvSpPr>
          <p:spPr>
            <a:xfrm>
              <a:off x="7918966" y="1439665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941DED41-E19D-5A6D-F3AA-3F297DD42DEB}"/>
                </a:ext>
              </a:extLst>
            </p:cNvPr>
            <p:cNvSpPr/>
            <p:nvPr/>
          </p:nvSpPr>
          <p:spPr>
            <a:xfrm>
              <a:off x="8415794" y="1837753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CC6ECB46-9039-ECEE-4E6E-A8BBD82FB4E4}"/>
                </a:ext>
              </a:extLst>
            </p:cNvPr>
            <p:cNvSpPr/>
            <p:nvPr/>
          </p:nvSpPr>
          <p:spPr>
            <a:xfrm>
              <a:off x="7713361" y="1837753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椭圆 117">
              <a:extLst>
                <a:ext uri="{FF2B5EF4-FFF2-40B4-BE49-F238E27FC236}">
                  <a16:creationId xmlns:a16="http://schemas.microsoft.com/office/drawing/2014/main" id="{86306497-A46F-6DA2-8ADA-CD1EAEE16EA0}"/>
                </a:ext>
              </a:extLst>
            </p:cNvPr>
            <p:cNvSpPr/>
            <p:nvPr/>
          </p:nvSpPr>
          <p:spPr>
            <a:xfrm>
              <a:off x="9455096" y="881744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D773B022-AA4E-AD87-0DB6-66024742200E}"/>
                </a:ext>
              </a:extLst>
            </p:cNvPr>
            <p:cNvSpPr/>
            <p:nvPr/>
          </p:nvSpPr>
          <p:spPr>
            <a:xfrm>
              <a:off x="8977412" y="1518204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8E630CCC-4CD5-F223-2FAE-4FA4C319DDB2}"/>
                </a:ext>
              </a:extLst>
            </p:cNvPr>
            <p:cNvSpPr/>
            <p:nvPr/>
          </p:nvSpPr>
          <p:spPr>
            <a:xfrm>
              <a:off x="7515167" y="2816459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91E58879-8EB9-A62A-6A37-EF60EEC499EF}"/>
                </a:ext>
              </a:extLst>
            </p:cNvPr>
            <p:cNvSpPr/>
            <p:nvPr/>
          </p:nvSpPr>
          <p:spPr>
            <a:xfrm>
              <a:off x="7973694" y="2124098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D821EEA2-8837-B55C-BB80-E079C9406F75}"/>
                </a:ext>
              </a:extLst>
            </p:cNvPr>
            <p:cNvSpPr/>
            <p:nvPr/>
          </p:nvSpPr>
          <p:spPr>
            <a:xfrm>
              <a:off x="7863308" y="2541128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929EC545-CE87-5FEB-EE62-8AABD930024E}"/>
                </a:ext>
              </a:extLst>
            </p:cNvPr>
            <p:cNvSpPr/>
            <p:nvPr/>
          </p:nvSpPr>
          <p:spPr>
            <a:xfrm>
              <a:off x="7780706" y="4092825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7150E9EA-4921-E07A-C952-9A8B91BA32C2}"/>
                </a:ext>
              </a:extLst>
            </p:cNvPr>
            <p:cNvSpPr/>
            <p:nvPr/>
          </p:nvSpPr>
          <p:spPr>
            <a:xfrm>
              <a:off x="7893904" y="2896539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4AEF4C49-3DA9-A1C2-D316-2E1B901AD204}"/>
                </a:ext>
              </a:extLst>
            </p:cNvPr>
            <p:cNvSpPr/>
            <p:nvPr/>
          </p:nvSpPr>
          <p:spPr>
            <a:xfrm>
              <a:off x="8201526" y="2814411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1BAD28BA-E5D8-80E0-1E3A-009F399C1777}"/>
                </a:ext>
              </a:extLst>
            </p:cNvPr>
            <p:cNvSpPr/>
            <p:nvPr/>
          </p:nvSpPr>
          <p:spPr>
            <a:xfrm>
              <a:off x="7997986" y="3283330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5C06EAB2-7CFF-882A-86DD-D4FCA4570F4B}"/>
                </a:ext>
              </a:extLst>
            </p:cNvPr>
            <p:cNvSpPr/>
            <p:nvPr/>
          </p:nvSpPr>
          <p:spPr>
            <a:xfrm>
              <a:off x="7756086" y="3630150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0DD4B7A9-E646-2A6F-B176-86159FBE11AC}"/>
                </a:ext>
              </a:extLst>
            </p:cNvPr>
            <p:cNvSpPr/>
            <p:nvPr/>
          </p:nvSpPr>
          <p:spPr>
            <a:xfrm>
              <a:off x="8317704" y="3310601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B0E3074B-A527-C78C-E444-C1309299CB44}"/>
                </a:ext>
              </a:extLst>
            </p:cNvPr>
            <p:cNvSpPr/>
            <p:nvPr/>
          </p:nvSpPr>
          <p:spPr>
            <a:xfrm>
              <a:off x="2391802" y="1502073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0" name="椭圆 129">
              <a:extLst>
                <a:ext uri="{FF2B5EF4-FFF2-40B4-BE49-F238E27FC236}">
                  <a16:creationId xmlns:a16="http://schemas.microsoft.com/office/drawing/2014/main" id="{619C8B68-0140-2230-3217-FF8BE3C661DC}"/>
                </a:ext>
              </a:extLst>
            </p:cNvPr>
            <p:cNvSpPr/>
            <p:nvPr/>
          </p:nvSpPr>
          <p:spPr>
            <a:xfrm>
              <a:off x="2783225" y="1681285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BCF751E4-2C1F-7FE1-F3EF-A5786CB141C4}"/>
                </a:ext>
              </a:extLst>
            </p:cNvPr>
            <p:cNvSpPr/>
            <p:nvPr/>
          </p:nvSpPr>
          <p:spPr>
            <a:xfrm>
              <a:off x="2382773" y="2378323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2424A54E-3BC7-7F09-5ECB-018D88CB982B}"/>
                </a:ext>
              </a:extLst>
            </p:cNvPr>
            <p:cNvSpPr/>
            <p:nvPr/>
          </p:nvSpPr>
          <p:spPr>
            <a:xfrm>
              <a:off x="2617957" y="1953293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089555AC-6B3E-8F85-7417-56464BCF10A7}"/>
                </a:ext>
              </a:extLst>
            </p:cNvPr>
            <p:cNvSpPr/>
            <p:nvPr/>
          </p:nvSpPr>
          <p:spPr>
            <a:xfrm>
              <a:off x="2207735" y="2699657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97C6F680-1C83-5467-1246-537A8B5A7A35}"/>
                </a:ext>
              </a:extLst>
            </p:cNvPr>
            <p:cNvSpPr/>
            <p:nvPr/>
          </p:nvSpPr>
          <p:spPr>
            <a:xfrm>
              <a:off x="2322705" y="1876394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C6D5A0BA-7365-CCB0-9BE5-38FFC0FC5854}"/>
                </a:ext>
              </a:extLst>
            </p:cNvPr>
            <p:cNvSpPr/>
            <p:nvPr/>
          </p:nvSpPr>
          <p:spPr>
            <a:xfrm>
              <a:off x="2356564" y="3004703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id="{9747C2B2-75B0-90CC-795E-3A0D03F99C24}"/>
                </a:ext>
              </a:extLst>
            </p:cNvPr>
            <p:cNvSpPr/>
            <p:nvPr/>
          </p:nvSpPr>
          <p:spPr>
            <a:xfrm>
              <a:off x="2591748" y="2579673"/>
              <a:ext cx="223375" cy="235186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id="{BFA7AFB9-1550-69A8-534D-A33093DDB057}"/>
                </a:ext>
              </a:extLst>
            </p:cNvPr>
            <p:cNvSpPr/>
            <p:nvPr/>
          </p:nvSpPr>
          <p:spPr>
            <a:xfrm>
              <a:off x="8263645" y="3782994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椭圆 137">
              <a:extLst>
                <a:ext uri="{FF2B5EF4-FFF2-40B4-BE49-F238E27FC236}">
                  <a16:creationId xmlns:a16="http://schemas.microsoft.com/office/drawing/2014/main" id="{7BB7D8C9-B904-6F9B-D3F7-AEC29D640BB7}"/>
                </a:ext>
              </a:extLst>
            </p:cNvPr>
            <p:cNvSpPr/>
            <p:nvPr/>
          </p:nvSpPr>
          <p:spPr>
            <a:xfrm>
              <a:off x="7408439" y="3141068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椭圆 138">
              <a:extLst>
                <a:ext uri="{FF2B5EF4-FFF2-40B4-BE49-F238E27FC236}">
                  <a16:creationId xmlns:a16="http://schemas.microsoft.com/office/drawing/2014/main" id="{730F96CF-445D-37A4-0AE6-C0B5F3164A72}"/>
                </a:ext>
              </a:extLst>
            </p:cNvPr>
            <p:cNvSpPr/>
            <p:nvPr/>
          </p:nvSpPr>
          <p:spPr>
            <a:xfrm>
              <a:off x="8842897" y="1992881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椭圆 139">
              <a:extLst>
                <a:ext uri="{FF2B5EF4-FFF2-40B4-BE49-F238E27FC236}">
                  <a16:creationId xmlns:a16="http://schemas.microsoft.com/office/drawing/2014/main" id="{D8553EBE-03CE-5341-31D0-7C56F84BBAA0}"/>
                </a:ext>
              </a:extLst>
            </p:cNvPr>
            <p:cNvSpPr/>
            <p:nvPr/>
          </p:nvSpPr>
          <p:spPr>
            <a:xfrm>
              <a:off x="7512521" y="3527859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74D11684-73D3-E05C-AE0C-8F19B5CEA65B}"/>
                </a:ext>
              </a:extLst>
            </p:cNvPr>
            <p:cNvSpPr/>
            <p:nvPr/>
          </p:nvSpPr>
          <p:spPr>
            <a:xfrm>
              <a:off x="7270621" y="3874679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2" name="椭圆 141">
              <a:extLst>
                <a:ext uri="{FF2B5EF4-FFF2-40B4-BE49-F238E27FC236}">
                  <a16:creationId xmlns:a16="http://schemas.microsoft.com/office/drawing/2014/main" id="{90589214-4820-8EA3-F3C3-0FAA5378D201}"/>
                </a:ext>
              </a:extLst>
            </p:cNvPr>
            <p:cNvSpPr/>
            <p:nvPr/>
          </p:nvSpPr>
          <p:spPr>
            <a:xfrm>
              <a:off x="8733231" y="2634165"/>
              <a:ext cx="223375" cy="235186"/>
            </a:xfrm>
            <a:prstGeom prst="ellipse">
              <a:avLst/>
            </a:prstGeom>
            <a:solidFill>
              <a:srgbClr val="F0B48C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椭圆 142">
              <a:extLst>
                <a:ext uri="{FF2B5EF4-FFF2-40B4-BE49-F238E27FC236}">
                  <a16:creationId xmlns:a16="http://schemas.microsoft.com/office/drawing/2014/main" id="{9197900F-2EE8-EC09-B039-1AB55E670B88}"/>
                </a:ext>
              </a:extLst>
            </p:cNvPr>
            <p:cNvSpPr/>
            <p:nvPr/>
          </p:nvSpPr>
          <p:spPr>
            <a:xfrm>
              <a:off x="5181083" y="1214991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4" name="椭圆 143">
              <a:extLst>
                <a:ext uri="{FF2B5EF4-FFF2-40B4-BE49-F238E27FC236}">
                  <a16:creationId xmlns:a16="http://schemas.microsoft.com/office/drawing/2014/main" id="{5D2C64C0-3D0D-89A3-F3C4-17E921B63898}"/>
                </a:ext>
              </a:extLst>
            </p:cNvPr>
            <p:cNvSpPr/>
            <p:nvPr/>
          </p:nvSpPr>
          <p:spPr>
            <a:xfrm>
              <a:off x="5512953" y="1453799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B313E217-C16F-1B12-1015-7217774C2B4C}"/>
                </a:ext>
              </a:extLst>
            </p:cNvPr>
            <p:cNvSpPr/>
            <p:nvPr/>
          </p:nvSpPr>
          <p:spPr>
            <a:xfrm>
              <a:off x="6119857" y="1522849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7" name="椭圆 146">
              <a:extLst>
                <a:ext uri="{FF2B5EF4-FFF2-40B4-BE49-F238E27FC236}">
                  <a16:creationId xmlns:a16="http://schemas.microsoft.com/office/drawing/2014/main" id="{D44E8799-0D07-BC21-B87C-FAE1B0928D01}"/>
                </a:ext>
              </a:extLst>
            </p:cNvPr>
            <p:cNvSpPr/>
            <p:nvPr/>
          </p:nvSpPr>
          <p:spPr>
            <a:xfrm>
              <a:off x="5791998" y="1206585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id="{9BEE6789-37DB-56FF-E9A6-6DC8565758B9}"/>
                </a:ext>
              </a:extLst>
            </p:cNvPr>
            <p:cNvSpPr/>
            <p:nvPr/>
          </p:nvSpPr>
          <p:spPr>
            <a:xfrm>
              <a:off x="6136543" y="959680"/>
              <a:ext cx="223375" cy="235186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椭圆 148">
              <a:extLst>
                <a:ext uri="{FF2B5EF4-FFF2-40B4-BE49-F238E27FC236}">
                  <a16:creationId xmlns:a16="http://schemas.microsoft.com/office/drawing/2014/main" id="{0108AB35-B474-F0AF-0C07-959E5BCC091C}"/>
                </a:ext>
              </a:extLst>
            </p:cNvPr>
            <p:cNvSpPr/>
            <p:nvPr/>
          </p:nvSpPr>
          <p:spPr>
            <a:xfrm>
              <a:off x="3299624" y="-1897215"/>
              <a:ext cx="929273" cy="883250"/>
            </a:xfrm>
            <a:prstGeom prst="ellipse">
              <a:avLst/>
            </a:prstGeom>
            <a:solidFill>
              <a:schemeClr val="tx2">
                <a:lumMod val="75000"/>
                <a:lumOff val="2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id="{42778D55-BD3E-FDF0-E71C-B2ABEF747AAD}"/>
                </a:ext>
              </a:extLst>
            </p:cNvPr>
            <p:cNvSpPr/>
            <p:nvPr/>
          </p:nvSpPr>
          <p:spPr>
            <a:xfrm>
              <a:off x="4636199" y="-3467810"/>
              <a:ext cx="929273" cy="883250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3CC1C6CC-318D-F871-090E-9C5082E2795C}"/>
                </a:ext>
              </a:extLst>
            </p:cNvPr>
            <p:cNvSpPr/>
            <p:nvPr/>
          </p:nvSpPr>
          <p:spPr>
            <a:xfrm>
              <a:off x="5951244" y="-2583849"/>
              <a:ext cx="929273" cy="88325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id="{556944AA-8551-23CE-D9EA-27414CD64491}"/>
                </a:ext>
              </a:extLst>
            </p:cNvPr>
            <p:cNvSpPr/>
            <p:nvPr/>
          </p:nvSpPr>
          <p:spPr>
            <a:xfrm>
              <a:off x="7995818" y="-2193044"/>
              <a:ext cx="929273" cy="883250"/>
            </a:xfrm>
            <a:prstGeom prst="ellipse">
              <a:avLst/>
            </a:prstGeom>
            <a:solidFill>
              <a:srgbClr val="FA667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4" name="椭圆 153">
              <a:extLst>
                <a:ext uri="{FF2B5EF4-FFF2-40B4-BE49-F238E27FC236}">
                  <a16:creationId xmlns:a16="http://schemas.microsoft.com/office/drawing/2014/main" id="{163A5DE7-B387-5CAA-143E-BA1CF78386C8}"/>
                </a:ext>
              </a:extLst>
            </p:cNvPr>
            <p:cNvSpPr/>
            <p:nvPr/>
          </p:nvSpPr>
          <p:spPr>
            <a:xfrm>
              <a:off x="7158650" y="-3155534"/>
              <a:ext cx="929273" cy="88325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7" name="椭圆 156">
              <a:extLst>
                <a:ext uri="{FF2B5EF4-FFF2-40B4-BE49-F238E27FC236}">
                  <a16:creationId xmlns:a16="http://schemas.microsoft.com/office/drawing/2014/main" id="{CACDE68B-4776-8228-67E4-E4B6D4246871}"/>
                </a:ext>
              </a:extLst>
            </p:cNvPr>
            <p:cNvSpPr/>
            <p:nvPr/>
          </p:nvSpPr>
          <p:spPr>
            <a:xfrm>
              <a:off x="6619590" y="1172392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8" name="椭圆 157">
              <a:extLst>
                <a:ext uri="{FF2B5EF4-FFF2-40B4-BE49-F238E27FC236}">
                  <a16:creationId xmlns:a16="http://schemas.microsoft.com/office/drawing/2014/main" id="{2D8E08BD-D346-512F-9A3A-D89280CF6C41}"/>
                </a:ext>
              </a:extLst>
            </p:cNvPr>
            <p:cNvSpPr/>
            <p:nvPr/>
          </p:nvSpPr>
          <p:spPr>
            <a:xfrm>
              <a:off x="7263270" y="1386407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椭圆 158">
              <a:extLst>
                <a:ext uri="{FF2B5EF4-FFF2-40B4-BE49-F238E27FC236}">
                  <a16:creationId xmlns:a16="http://schemas.microsoft.com/office/drawing/2014/main" id="{A27A42D1-706A-E15E-A180-58393E372BD6}"/>
                </a:ext>
              </a:extLst>
            </p:cNvPr>
            <p:cNvSpPr/>
            <p:nvPr/>
          </p:nvSpPr>
          <p:spPr>
            <a:xfrm>
              <a:off x="7200559" y="826539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658D8370-3077-9FB6-DE76-850A9CD0D2AF}"/>
                </a:ext>
              </a:extLst>
            </p:cNvPr>
            <p:cNvSpPr/>
            <p:nvPr/>
          </p:nvSpPr>
          <p:spPr>
            <a:xfrm>
              <a:off x="7017303" y="1095484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1" name="椭圆 160">
              <a:extLst>
                <a:ext uri="{FF2B5EF4-FFF2-40B4-BE49-F238E27FC236}">
                  <a16:creationId xmlns:a16="http://schemas.microsoft.com/office/drawing/2014/main" id="{C5602AE9-5920-FB65-BD11-48A68B7A6CDD}"/>
                </a:ext>
              </a:extLst>
            </p:cNvPr>
            <p:cNvSpPr/>
            <p:nvPr/>
          </p:nvSpPr>
          <p:spPr>
            <a:xfrm>
              <a:off x="6789288" y="1407578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椭圆 161">
              <a:extLst>
                <a:ext uri="{FF2B5EF4-FFF2-40B4-BE49-F238E27FC236}">
                  <a16:creationId xmlns:a16="http://schemas.microsoft.com/office/drawing/2014/main" id="{AC387596-9C4D-8FB6-421D-6D62D96C5A11}"/>
                </a:ext>
              </a:extLst>
            </p:cNvPr>
            <p:cNvSpPr/>
            <p:nvPr/>
          </p:nvSpPr>
          <p:spPr>
            <a:xfrm>
              <a:off x="6789288" y="870072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A04898FB-0115-24C3-0B06-6595001EEA72}"/>
                </a:ext>
              </a:extLst>
            </p:cNvPr>
            <p:cNvSpPr/>
            <p:nvPr/>
          </p:nvSpPr>
          <p:spPr>
            <a:xfrm>
              <a:off x="6664789" y="2168783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椭圆 163">
              <a:extLst>
                <a:ext uri="{FF2B5EF4-FFF2-40B4-BE49-F238E27FC236}">
                  <a16:creationId xmlns:a16="http://schemas.microsoft.com/office/drawing/2014/main" id="{D00F9748-E284-3CC0-19BB-17F5A6EA90F1}"/>
                </a:ext>
              </a:extLst>
            </p:cNvPr>
            <p:cNvSpPr/>
            <p:nvPr/>
          </p:nvSpPr>
          <p:spPr>
            <a:xfrm>
              <a:off x="7308469" y="2382798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椭圆 164">
              <a:extLst>
                <a:ext uri="{FF2B5EF4-FFF2-40B4-BE49-F238E27FC236}">
                  <a16:creationId xmlns:a16="http://schemas.microsoft.com/office/drawing/2014/main" id="{6D2576BF-3874-F1AA-5CCE-FD5209E4735F}"/>
                </a:ext>
              </a:extLst>
            </p:cNvPr>
            <p:cNvSpPr/>
            <p:nvPr/>
          </p:nvSpPr>
          <p:spPr>
            <a:xfrm>
              <a:off x="7245758" y="1822930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椭圆 165">
              <a:extLst>
                <a:ext uri="{FF2B5EF4-FFF2-40B4-BE49-F238E27FC236}">
                  <a16:creationId xmlns:a16="http://schemas.microsoft.com/office/drawing/2014/main" id="{17D79957-AF9A-8CF8-A9AA-0D04BCB5923A}"/>
                </a:ext>
              </a:extLst>
            </p:cNvPr>
            <p:cNvSpPr/>
            <p:nvPr/>
          </p:nvSpPr>
          <p:spPr>
            <a:xfrm>
              <a:off x="7062502" y="2091875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椭圆 166">
              <a:extLst>
                <a:ext uri="{FF2B5EF4-FFF2-40B4-BE49-F238E27FC236}">
                  <a16:creationId xmlns:a16="http://schemas.microsoft.com/office/drawing/2014/main" id="{22787604-9ECD-8DB9-2E96-BF932DB2EBF6}"/>
                </a:ext>
              </a:extLst>
            </p:cNvPr>
            <p:cNvSpPr/>
            <p:nvPr/>
          </p:nvSpPr>
          <p:spPr>
            <a:xfrm>
              <a:off x="6834487" y="2403969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椭圆 167">
              <a:extLst>
                <a:ext uri="{FF2B5EF4-FFF2-40B4-BE49-F238E27FC236}">
                  <a16:creationId xmlns:a16="http://schemas.microsoft.com/office/drawing/2014/main" id="{46C9F534-7AA6-66E3-BFB7-0474820F5D44}"/>
                </a:ext>
              </a:extLst>
            </p:cNvPr>
            <p:cNvSpPr/>
            <p:nvPr/>
          </p:nvSpPr>
          <p:spPr>
            <a:xfrm>
              <a:off x="6834487" y="1866463"/>
              <a:ext cx="223375" cy="235186"/>
            </a:xfrm>
            <a:prstGeom prst="ellipse">
              <a:avLst/>
            </a:prstGeom>
            <a:solidFill>
              <a:srgbClr val="FCB6B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3" name="直接箭头连接符 202">
              <a:extLst>
                <a:ext uri="{FF2B5EF4-FFF2-40B4-BE49-F238E27FC236}">
                  <a16:creationId xmlns:a16="http://schemas.microsoft.com/office/drawing/2014/main" id="{7FAEB296-E375-A40D-CBE7-3ACAEF78A754}"/>
                </a:ext>
              </a:extLst>
            </p:cNvPr>
            <p:cNvCxnSpPr>
              <a:cxnSpLocks/>
              <a:stCxn id="121" idx="0"/>
              <a:endCxn id="151" idx="5"/>
            </p:cNvCxnSpPr>
            <p:nvPr/>
          </p:nvCxnSpPr>
          <p:spPr>
            <a:xfrm flipH="1" flipV="1">
              <a:off x="5429383" y="-2713909"/>
              <a:ext cx="2655999" cy="4838007"/>
            </a:xfrm>
            <a:prstGeom prst="straightConnector1">
              <a:avLst/>
            </a:prstGeom>
            <a:ln w="28575">
              <a:solidFill>
                <a:srgbClr val="13501B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箭头连接符 221">
              <a:extLst>
                <a:ext uri="{FF2B5EF4-FFF2-40B4-BE49-F238E27FC236}">
                  <a16:creationId xmlns:a16="http://schemas.microsoft.com/office/drawing/2014/main" id="{9086D905-6DFF-E3AA-3B77-F0BE67C78ED2}"/>
                </a:ext>
              </a:extLst>
            </p:cNvPr>
            <p:cNvCxnSpPr>
              <a:cxnSpLocks/>
              <a:stCxn id="139" idx="0"/>
              <a:endCxn id="154" idx="5"/>
            </p:cNvCxnSpPr>
            <p:nvPr/>
          </p:nvCxnSpPr>
          <p:spPr>
            <a:xfrm flipH="1" flipV="1">
              <a:off x="7951834" y="-2401633"/>
              <a:ext cx="1002751" cy="4394514"/>
            </a:xfrm>
            <a:prstGeom prst="straightConnector1">
              <a:avLst/>
            </a:prstGeom>
            <a:ln w="28575">
              <a:solidFill>
                <a:srgbClr val="C04F15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5" name="椭圆 224">
              <a:extLst>
                <a:ext uri="{FF2B5EF4-FFF2-40B4-BE49-F238E27FC236}">
                  <a16:creationId xmlns:a16="http://schemas.microsoft.com/office/drawing/2014/main" id="{7B137E92-4E2B-94AE-713D-83FE6BD81877}"/>
                </a:ext>
              </a:extLst>
            </p:cNvPr>
            <p:cNvSpPr/>
            <p:nvPr/>
          </p:nvSpPr>
          <p:spPr>
            <a:xfrm>
              <a:off x="11299001" y="4541980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椭圆 225">
              <a:extLst>
                <a:ext uri="{FF2B5EF4-FFF2-40B4-BE49-F238E27FC236}">
                  <a16:creationId xmlns:a16="http://schemas.microsoft.com/office/drawing/2014/main" id="{E2352828-82A4-37BA-C87D-52A821C5D764}"/>
                </a:ext>
              </a:extLst>
            </p:cNvPr>
            <p:cNvSpPr/>
            <p:nvPr/>
          </p:nvSpPr>
          <p:spPr>
            <a:xfrm>
              <a:off x="10243888" y="3305400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椭圆 226">
              <a:extLst>
                <a:ext uri="{FF2B5EF4-FFF2-40B4-BE49-F238E27FC236}">
                  <a16:creationId xmlns:a16="http://schemas.microsoft.com/office/drawing/2014/main" id="{8507EE69-77D8-F25A-EE33-63B48A993154}"/>
                </a:ext>
              </a:extLst>
            </p:cNvPr>
            <p:cNvSpPr/>
            <p:nvPr/>
          </p:nvSpPr>
          <p:spPr>
            <a:xfrm>
              <a:off x="11835020" y="4256822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椭圆 227">
              <a:extLst>
                <a:ext uri="{FF2B5EF4-FFF2-40B4-BE49-F238E27FC236}">
                  <a16:creationId xmlns:a16="http://schemas.microsoft.com/office/drawing/2014/main" id="{D93A15B2-7D7B-AFCF-7C9C-BC620FE87B5F}"/>
                </a:ext>
              </a:extLst>
            </p:cNvPr>
            <p:cNvSpPr/>
            <p:nvPr/>
          </p:nvSpPr>
          <p:spPr>
            <a:xfrm>
              <a:off x="10556951" y="3422993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椭圆 228">
              <a:extLst>
                <a:ext uri="{FF2B5EF4-FFF2-40B4-BE49-F238E27FC236}">
                  <a16:creationId xmlns:a16="http://schemas.microsoft.com/office/drawing/2014/main" id="{C0D5AF25-3DCE-FEA2-5A61-F90F3F005994}"/>
                </a:ext>
              </a:extLst>
            </p:cNvPr>
            <p:cNvSpPr/>
            <p:nvPr/>
          </p:nvSpPr>
          <p:spPr>
            <a:xfrm>
              <a:off x="10345100" y="4385032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椭圆 229">
              <a:extLst>
                <a:ext uri="{FF2B5EF4-FFF2-40B4-BE49-F238E27FC236}">
                  <a16:creationId xmlns:a16="http://schemas.microsoft.com/office/drawing/2014/main" id="{7A99F4B2-6427-9E4E-49D6-BC9C1C17A2F4}"/>
                </a:ext>
              </a:extLst>
            </p:cNvPr>
            <p:cNvSpPr/>
            <p:nvPr/>
          </p:nvSpPr>
          <p:spPr>
            <a:xfrm>
              <a:off x="10733779" y="3758586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椭圆 230">
              <a:extLst>
                <a:ext uri="{FF2B5EF4-FFF2-40B4-BE49-F238E27FC236}">
                  <a16:creationId xmlns:a16="http://schemas.microsoft.com/office/drawing/2014/main" id="{5458A627-B07A-C54E-0EAC-7CB7855F6D09}"/>
                </a:ext>
              </a:extLst>
            </p:cNvPr>
            <p:cNvSpPr/>
            <p:nvPr/>
          </p:nvSpPr>
          <p:spPr>
            <a:xfrm>
              <a:off x="10282389" y="3825164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椭圆 231">
              <a:extLst>
                <a:ext uri="{FF2B5EF4-FFF2-40B4-BE49-F238E27FC236}">
                  <a16:creationId xmlns:a16="http://schemas.microsoft.com/office/drawing/2014/main" id="{84F34CBE-774B-81C0-4C64-898CB2D2F33B}"/>
                </a:ext>
              </a:extLst>
            </p:cNvPr>
            <p:cNvSpPr/>
            <p:nvPr/>
          </p:nvSpPr>
          <p:spPr>
            <a:xfrm>
              <a:off x="10510404" y="4099884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椭圆 232">
              <a:extLst>
                <a:ext uri="{FF2B5EF4-FFF2-40B4-BE49-F238E27FC236}">
                  <a16:creationId xmlns:a16="http://schemas.microsoft.com/office/drawing/2014/main" id="{545C2399-B4B6-2B87-0613-39F0012C94A0}"/>
                </a:ext>
              </a:extLst>
            </p:cNvPr>
            <p:cNvSpPr/>
            <p:nvPr/>
          </p:nvSpPr>
          <p:spPr>
            <a:xfrm>
              <a:off x="11041401" y="3676458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椭圆 233">
              <a:extLst>
                <a:ext uri="{FF2B5EF4-FFF2-40B4-BE49-F238E27FC236}">
                  <a16:creationId xmlns:a16="http://schemas.microsoft.com/office/drawing/2014/main" id="{D2C26384-EBC8-9D50-C211-A2EEAC56B432}"/>
                </a:ext>
              </a:extLst>
            </p:cNvPr>
            <p:cNvSpPr/>
            <p:nvPr/>
          </p:nvSpPr>
          <p:spPr>
            <a:xfrm>
              <a:off x="10837861" y="4145377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椭圆 234">
              <a:extLst>
                <a:ext uri="{FF2B5EF4-FFF2-40B4-BE49-F238E27FC236}">
                  <a16:creationId xmlns:a16="http://schemas.microsoft.com/office/drawing/2014/main" id="{31F65EFE-0C83-58F5-59BD-C69C1CCD8B89}"/>
                </a:ext>
              </a:extLst>
            </p:cNvPr>
            <p:cNvSpPr/>
            <p:nvPr/>
          </p:nvSpPr>
          <p:spPr>
            <a:xfrm>
              <a:off x="10099133" y="4094109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椭圆 235">
              <a:extLst>
                <a:ext uri="{FF2B5EF4-FFF2-40B4-BE49-F238E27FC236}">
                  <a16:creationId xmlns:a16="http://schemas.microsoft.com/office/drawing/2014/main" id="{A5C1B544-1574-67AD-AFAC-8D8DDAFEAF8B}"/>
                </a:ext>
              </a:extLst>
            </p:cNvPr>
            <p:cNvSpPr/>
            <p:nvPr/>
          </p:nvSpPr>
          <p:spPr>
            <a:xfrm>
              <a:off x="10595961" y="4492197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椭圆 236">
              <a:extLst>
                <a:ext uri="{FF2B5EF4-FFF2-40B4-BE49-F238E27FC236}">
                  <a16:creationId xmlns:a16="http://schemas.microsoft.com/office/drawing/2014/main" id="{52E6B690-6269-65F6-CB55-305AD6037EFE}"/>
                </a:ext>
              </a:extLst>
            </p:cNvPr>
            <p:cNvSpPr/>
            <p:nvPr/>
          </p:nvSpPr>
          <p:spPr>
            <a:xfrm>
              <a:off x="9871118" y="4406203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8" name="椭圆 237">
              <a:extLst>
                <a:ext uri="{FF2B5EF4-FFF2-40B4-BE49-F238E27FC236}">
                  <a16:creationId xmlns:a16="http://schemas.microsoft.com/office/drawing/2014/main" id="{2D76A121-F896-4DA5-D918-73009AA5FDF4}"/>
                </a:ext>
              </a:extLst>
            </p:cNvPr>
            <p:cNvSpPr/>
            <p:nvPr/>
          </p:nvSpPr>
          <p:spPr>
            <a:xfrm>
              <a:off x="11332426" y="3843834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9" name="椭圆 238">
              <a:extLst>
                <a:ext uri="{FF2B5EF4-FFF2-40B4-BE49-F238E27FC236}">
                  <a16:creationId xmlns:a16="http://schemas.microsoft.com/office/drawing/2014/main" id="{B8CB4C51-FCBE-E37C-433E-1DE9DC22A679}"/>
                </a:ext>
              </a:extLst>
            </p:cNvPr>
            <p:cNvSpPr/>
            <p:nvPr/>
          </p:nvSpPr>
          <p:spPr>
            <a:xfrm>
              <a:off x="10040633" y="3639532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椭圆 239">
              <a:extLst>
                <a:ext uri="{FF2B5EF4-FFF2-40B4-BE49-F238E27FC236}">
                  <a16:creationId xmlns:a16="http://schemas.microsoft.com/office/drawing/2014/main" id="{7A139579-7874-C1FE-BE6D-EA15CEE23882}"/>
                </a:ext>
              </a:extLst>
            </p:cNvPr>
            <p:cNvSpPr/>
            <p:nvPr/>
          </p:nvSpPr>
          <p:spPr>
            <a:xfrm>
              <a:off x="11157579" y="4172648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椭圆 240">
              <a:extLst>
                <a:ext uri="{FF2B5EF4-FFF2-40B4-BE49-F238E27FC236}">
                  <a16:creationId xmlns:a16="http://schemas.microsoft.com/office/drawing/2014/main" id="{1EFDCEF7-82DE-D90E-BDC7-DFAF8922A557}"/>
                </a:ext>
              </a:extLst>
            </p:cNvPr>
            <p:cNvSpPr/>
            <p:nvPr/>
          </p:nvSpPr>
          <p:spPr>
            <a:xfrm>
              <a:off x="12024404" y="2996707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椭圆 241">
              <a:extLst>
                <a:ext uri="{FF2B5EF4-FFF2-40B4-BE49-F238E27FC236}">
                  <a16:creationId xmlns:a16="http://schemas.microsoft.com/office/drawing/2014/main" id="{5CCB32A2-9677-6EBD-46DC-358A2B168EE4}"/>
                </a:ext>
              </a:extLst>
            </p:cNvPr>
            <p:cNvSpPr/>
            <p:nvPr/>
          </p:nvSpPr>
          <p:spPr>
            <a:xfrm>
              <a:off x="12216045" y="2744296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椭圆 242">
              <a:extLst>
                <a:ext uri="{FF2B5EF4-FFF2-40B4-BE49-F238E27FC236}">
                  <a16:creationId xmlns:a16="http://schemas.microsoft.com/office/drawing/2014/main" id="{1B86AC4C-1E7C-82EA-DAB9-8451A1297A6E}"/>
                </a:ext>
              </a:extLst>
            </p:cNvPr>
            <p:cNvSpPr/>
            <p:nvPr/>
          </p:nvSpPr>
          <p:spPr>
            <a:xfrm>
              <a:off x="11386517" y="3452526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椭圆 243">
              <a:extLst>
                <a:ext uri="{FF2B5EF4-FFF2-40B4-BE49-F238E27FC236}">
                  <a16:creationId xmlns:a16="http://schemas.microsoft.com/office/drawing/2014/main" id="{E0E29E19-A4D7-90A3-5189-625086A429DF}"/>
                </a:ext>
              </a:extLst>
            </p:cNvPr>
            <p:cNvSpPr/>
            <p:nvPr/>
          </p:nvSpPr>
          <p:spPr>
            <a:xfrm>
              <a:off x="10898015" y="3146467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椭圆 244">
              <a:extLst>
                <a:ext uri="{FF2B5EF4-FFF2-40B4-BE49-F238E27FC236}">
                  <a16:creationId xmlns:a16="http://schemas.microsoft.com/office/drawing/2014/main" id="{494A9667-80DC-FD74-3B33-642D76ECA70B}"/>
                </a:ext>
              </a:extLst>
            </p:cNvPr>
            <p:cNvSpPr/>
            <p:nvPr/>
          </p:nvSpPr>
          <p:spPr>
            <a:xfrm>
              <a:off x="12216045" y="3813500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椭圆 245">
              <a:extLst>
                <a:ext uri="{FF2B5EF4-FFF2-40B4-BE49-F238E27FC236}">
                  <a16:creationId xmlns:a16="http://schemas.microsoft.com/office/drawing/2014/main" id="{E4E1AE9E-D414-B494-69E0-E107194B8987}"/>
                </a:ext>
              </a:extLst>
            </p:cNvPr>
            <p:cNvSpPr/>
            <p:nvPr/>
          </p:nvSpPr>
          <p:spPr>
            <a:xfrm>
              <a:off x="11497406" y="2744296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椭圆 246">
              <a:extLst>
                <a:ext uri="{FF2B5EF4-FFF2-40B4-BE49-F238E27FC236}">
                  <a16:creationId xmlns:a16="http://schemas.microsoft.com/office/drawing/2014/main" id="{BA80AEB4-F9BE-8782-E721-349A6ECD5641}"/>
                </a:ext>
              </a:extLst>
            </p:cNvPr>
            <p:cNvSpPr/>
            <p:nvPr/>
          </p:nvSpPr>
          <p:spPr>
            <a:xfrm>
              <a:off x="12283215" y="3426914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椭圆 247">
              <a:extLst>
                <a:ext uri="{FF2B5EF4-FFF2-40B4-BE49-F238E27FC236}">
                  <a16:creationId xmlns:a16="http://schemas.microsoft.com/office/drawing/2014/main" id="{30238575-F71A-49F4-11E6-A97C4EB00800}"/>
                </a:ext>
              </a:extLst>
            </p:cNvPr>
            <p:cNvSpPr/>
            <p:nvPr/>
          </p:nvSpPr>
          <p:spPr>
            <a:xfrm>
              <a:off x="12242515" y="4149012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椭圆 248">
              <a:extLst>
                <a:ext uri="{FF2B5EF4-FFF2-40B4-BE49-F238E27FC236}">
                  <a16:creationId xmlns:a16="http://schemas.microsoft.com/office/drawing/2014/main" id="{C2C7EAE1-7966-3624-D375-0E40BC8E8F23}"/>
                </a:ext>
              </a:extLst>
            </p:cNvPr>
            <p:cNvSpPr/>
            <p:nvPr/>
          </p:nvSpPr>
          <p:spPr>
            <a:xfrm>
              <a:off x="11843274" y="2619164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椭圆 249">
              <a:extLst>
                <a:ext uri="{FF2B5EF4-FFF2-40B4-BE49-F238E27FC236}">
                  <a16:creationId xmlns:a16="http://schemas.microsoft.com/office/drawing/2014/main" id="{C129BDAA-DE72-E707-BE41-086E7B0B158E}"/>
                </a:ext>
              </a:extLst>
            </p:cNvPr>
            <p:cNvSpPr/>
            <p:nvPr/>
          </p:nvSpPr>
          <p:spPr>
            <a:xfrm>
              <a:off x="12631378" y="3093815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1" name="椭圆 250">
              <a:extLst>
                <a:ext uri="{FF2B5EF4-FFF2-40B4-BE49-F238E27FC236}">
                  <a16:creationId xmlns:a16="http://schemas.microsoft.com/office/drawing/2014/main" id="{126A75E7-499A-88B1-B22D-235C77EF79AF}"/>
                </a:ext>
              </a:extLst>
            </p:cNvPr>
            <p:cNvSpPr/>
            <p:nvPr/>
          </p:nvSpPr>
          <p:spPr>
            <a:xfrm>
              <a:off x="11814142" y="3611544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椭圆 251">
              <a:extLst>
                <a:ext uri="{FF2B5EF4-FFF2-40B4-BE49-F238E27FC236}">
                  <a16:creationId xmlns:a16="http://schemas.microsoft.com/office/drawing/2014/main" id="{0552378B-A58A-7DED-808B-511E5642389D}"/>
                </a:ext>
              </a:extLst>
            </p:cNvPr>
            <p:cNvSpPr/>
            <p:nvPr/>
          </p:nvSpPr>
          <p:spPr>
            <a:xfrm>
              <a:off x="11481188" y="4223437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3" name="椭圆 252">
              <a:extLst>
                <a:ext uri="{FF2B5EF4-FFF2-40B4-BE49-F238E27FC236}">
                  <a16:creationId xmlns:a16="http://schemas.microsoft.com/office/drawing/2014/main" id="{B49130CB-D05A-A912-20FB-EF8476EDFA8E}"/>
                </a:ext>
              </a:extLst>
            </p:cNvPr>
            <p:cNvSpPr/>
            <p:nvPr/>
          </p:nvSpPr>
          <p:spPr>
            <a:xfrm>
              <a:off x="11616676" y="3902741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4" name="椭圆 253">
              <a:extLst>
                <a:ext uri="{FF2B5EF4-FFF2-40B4-BE49-F238E27FC236}">
                  <a16:creationId xmlns:a16="http://schemas.microsoft.com/office/drawing/2014/main" id="{05966631-AD69-CE62-53D7-139CCE9F8417}"/>
                </a:ext>
              </a:extLst>
            </p:cNvPr>
            <p:cNvSpPr/>
            <p:nvPr/>
          </p:nvSpPr>
          <p:spPr>
            <a:xfrm>
              <a:off x="11504989" y="3071742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椭圆 254">
              <a:extLst>
                <a:ext uri="{FF2B5EF4-FFF2-40B4-BE49-F238E27FC236}">
                  <a16:creationId xmlns:a16="http://schemas.microsoft.com/office/drawing/2014/main" id="{2003C612-8A9A-9E22-D761-97C0242BCFD6}"/>
                </a:ext>
              </a:extLst>
            </p:cNvPr>
            <p:cNvSpPr/>
            <p:nvPr/>
          </p:nvSpPr>
          <p:spPr>
            <a:xfrm>
              <a:off x="11843275" y="3307593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椭圆 255">
              <a:extLst>
                <a:ext uri="{FF2B5EF4-FFF2-40B4-BE49-F238E27FC236}">
                  <a16:creationId xmlns:a16="http://schemas.microsoft.com/office/drawing/2014/main" id="{6F6E80E4-4278-94CB-2B86-94562FCC3229}"/>
                </a:ext>
              </a:extLst>
            </p:cNvPr>
            <p:cNvSpPr/>
            <p:nvPr/>
          </p:nvSpPr>
          <p:spPr>
            <a:xfrm>
              <a:off x="11138087" y="2814338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7" name="椭圆 256">
              <a:extLst>
                <a:ext uri="{FF2B5EF4-FFF2-40B4-BE49-F238E27FC236}">
                  <a16:creationId xmlns:a16="http://schemas.microsoft.com/office/drawing/2014/main" id="{2576ACA9-77C3-9221-AEC3-A26FDA94579E}"/>
                </a:ext>
              </a:extLst>
            </p:cNvPr>
            <p:cNvSpPr/>
            <p:nvPr/>
          </p:nvSpPr>
          <p:spPr>
            <a:xfrm>
              <a:off x="11170870" y="2225005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8" name="椭圆 257">
              <a:extLst>
                <a:ext uri="{FF2B5EF4-FFF2-40B4-BE49-F238E27FC236}">
                  <a16:creationId xmlns:a16="http://schemas.microsoft.com/office/drawing/2014/main" id="{B2D01580-C762-B8F2-C02E-AD6FE22AF4C8}"/>
                </a:ext>
              </a:extLst>
            </p:cNvPr>
            <p:cNvSpPr/>
            <p:nvPr/>
          </p:nvSpPr>
          <p:spPr>
            <a:xfrm>
              <a:off x="11515415" y="2302900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椭圆 258">
              <a:extLst>
                <a:ext uri="{FF2B5EF4-FFF2-40B4-BE49-F238E27FC236}">
                  <a16:creationId xmlns:a16="http://schemas.microsoft.com/office/drawing/2014/main" id="{9915B731-503C-8FBE-CC3E-ECBB3C523148}"/>
                </a:ext>
              </a:extLst>
            </p:cNvPr>
            <p:cNvSpPr/>
            <p:nvPr/>
          </p:nvSpPr>
          <p:spPr>
            <a:xfrm>
              <a:off x="11859960" y="2055995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" name="椭圆 259">
              <a:extLst>
                <a:ext uri="{FF2B5EF4-FFF2-40B4-BE49-F238E27FC236}">
                  <a16:creationId xmlns:a16="http://schemas.microsoft.com/office/drawing/2014/main" id="{6B3FD683-C3CA-2136-39FC-CC2867985E09}"/>
                </a:ext>
              </a:extLst>
            </p:cNvPr>
            <p:cNvSpPr/>
            <p:nvPr/>
          </p:nvSpPr>
          <p:spPr>
            <a:xfrm>
              <a:off x="12191830" y="2294803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椭圆 260">
              <a:extLst>
                <a:ext uri="{FF2B5EF4-FFF2-40B4-BE49-F238E27FC236}">
                  <a16:creationId xmlns:a16="http://schemas.microsoft.com/office/drawing/2014/main" id="{78C7F439-51AC-F0CC-E39C-A6630BD283FC}"/>
                </a:ext>
              </a:extLst>
            </p:cNvPr>
            <p:cNvSpPr/>
            <p:nvPr/>
          </p:nvSpPr>
          <p:spPr>
            <a:xfrm>
              <a:off x="11777844" y="2322113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9C1FEF80-578A-9D76-43E5-A24AA9A39302}"/>
                </a:ext>
              </a:extLst>
            </p:cNvPr>
            <p:cNvSpPr/>
            <p:nvPr/>
          </p:nvSpPr>
          <p:spPr>
            <a:xfrm>
              <a:off x="10651455" y="2300040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椭圆 262">
              <a:extLst>
                <a:ext uri="{FF2B5EF4-FFF2-40B4-BE49-F238E27FC236}">
                  <a16:creationId xmlns:a16="http://schemas.microsoft.com/office/drawing/2014/main" id="{005C25D0-0FB3-97E6-479A-AA6D0A743C62}"/>
                </a:ext>
              </a:extLst>
            </p:cNvPr>
            <p:cNvSpPr/>
            <p:nvPr/>
          </p:nvSpPr>
          <p:spPr>
            <a:xfrm>
              <a:off x="10989741" y="2535891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椭圆 263">
              <a:extLst>
                <a:ext uri="{FF2B5EF4-FFF2-40B4-BE49-F238E27FC236}">
                  <a16:creationId xmlns:a16="http://schemas.microsoft.com/office/drawing/2014/main" id="{5668132F-2C10-F18D-9770-0628732B148A}"/>
                </a:ext>
              </a:extLst>
            </p:cNvPr>
            <p:cNvSpPr/>
            <p:nvPr/>
          </p:nvSpPr>
          <p:spPr>
            <a:xfrm>
              <a:off x="10682245" y="2655405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椭圆 264">
              <a:extLst>
                <a:ext uri="{FF2B5EF4-FFF2-40B4-BE49-F238E27FC236}">
                  <a16:creationId xmlns:a16="http://schemas.microsoft.com/office/drawing/2014/main" id="{74637AD6-3527-FB42-6F82-78722E289165}"/>
                </a:ext>
              </a:extLst>
            </p:cNvPr>
            <p:cNvSpPr/>
            <p:nvPr/>
          </p:nvSpPr>
          <p:spPr>
            <a:xfrm>
              <a:off x="10840480" y="1970241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4223CC13-9C33-19FE-C533-3F8AE62ECD16}"/>
                </a:ext>
              </a:extLst>
            </p:cNvPr>
            <p:cNvSpPr/>
            <p:nvPr/>
          </p:nvSpPr>
          <p:spPr>
            <a:xfrm>
              <a:off x="13841328" y="2551131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5063BDB8-B3D0-1773-8E8C-495209A47665}"/>
                </a:ext>
              </a:extLst>
            </p:cNvPr>
            <p:cNvSpPr/>
            <p:nvPr/>
          </p:nvSpPr>
          <p:spPr>
            <a:xfrm>
              <a:off x="14032969" y="2298720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椭圆 267">
              <a:extLst>
                <a:ext uri="{FF2B5EF4-FFF2-40B4-BE49-F238E27FC236}">
                  <a16:creationId xmlns:a16="http://schemas.microsoft.com/office/drawing/2014/main" id="{C4AA9D99-3DB7-D4B1-6292-2103BF3DF3BC}"/>
                </a:ext>
              </a:extLst>
            </p:cNvPr>
            <p:cNvSpPr/>
            <p:nvPr/>
          </p:nvSpPr>
          <p:spPr>
            <a:xfrm>
              <a:off x="12714939" y="2700891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90FFC051-4E2F-CDE2-D41F-DE3E323A22F8}"/>
                </a:ext>
              </a:extLst>
            </p:cNvPr>
            <p:cNvSpPr/>
            <p:nvPr/>
          </p:nvSpPr>
          <p:spPr>
            <a:xfrm>
              <a:off x="13314330" y="2298720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44F7BA74-0969-D12C-9494-852BC29286F6}"/>
                </a:ext>
              </a:extLst>
            </p:cNvPr>
            <p:cNvSpPr/>
            <p:nvPr/>
          </p:nvSpPr>
          <p:spPr>
            <a:xfrm>
              <a:off x="13660198" y="2173588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椭圆 270">
              <a:extLst>
                <a:ext uri="{FF2B5EF4-FFF2-40B4-BE49-F238E27FC236}">
                  <a16:creationId xmlns:a16="http://schemas.microsoft.com/office/drawing/2014/main" id="{CC5FCE19-E01A-6397-041D-0449E8BBCB58}"/>
                </a:ext>
              </a:extLst>
            </p:cNvPr>
            <p:cNvSpPr/>
            <p:nvPr/>
          </p:nvSpPr>
          <p:spPr>
            <a:xfrm>
              <a:off x="13321913" y="2626166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FC405DCF-078C-B599-70D7-7D9094503395}"/>
                </a:ext>
              </a:extLst>
            </p:cNvPr>
            <p:cNvSpPr/>
            <p:nvPr/>
          </p:nvSpPr>
          <p:spPr>
            <a:xfrm>
              <a:off x="13660199" y="2862017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5A0D7420-AB3B-2851-DD09-7756257C3A80}"/>
                </a:ext>
              </a:extLst>
            </p:cNvPr>
            <p:cNvSpPr/>
            <p:nvPr/>
          </p:nvSpPr>
          <p:spPr>
            <a:xfrm>
              <a:off x="12955011" y="2368762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4" name="椭圆 273">
              <a:extLst>
                <a:ext uri="{FF2B5EF4-FFF2-40B4-BE49-F238E27FC236}">
                  <a16:creationId xmlns:a16="http://schemas.microsoft.com/office/drawing/2014/main" id="{B681FFC2-DED9-FF8A-5CA8-8061E4CF47AB}"/>
                </a:ext>
              </a:extLst>
            </p:cNvPr>
            <p:cNvSpPr/>
            <p:nvPr/>
          </p:nvSpPr>
          <p:spPr>
            <a:xfrm>
              <a:off x="12987794" y="1779429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E0607772-7E9E-99C2-C46E-E91353E3FED0}"/>
                </a:ext>
              </a:extLst>
            </p:cNvPr>
            <p:cNvSpPr/>
            <p:nvPr/>
          </p:nvSpPr>
          <p:spPr>
            <a:xfrm>
              <a:off x="13332339" y="1857324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5862EBCC-A760-0A10-C114-71E201B807C5}"/>
                </a:ext>
              </a:extLst>
            </p:cNvPr>
            <p:cNvSpPr/>
            <p:nvPr/>
          </p:nvSpPr>
          <p:spPr>
            <a:xfrm>
              <a:off x="13676884" y="1610419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3F1CF42B-DE75-5663-CA8D-409790416529}"/>
                </a:ext>
              </a:extLst>
            </p:cNvPr>
            <p:cNvSpPr/>
            <p:nvPr/>
          </p:nvSpPr>
          <p:spPr>
            <a:xfrm>
              <a:off x="14008754" y="1849227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椭圆 277">
              <a:extLst>
                <a:ext uri="{FF2B5EF4-FFF2-40B4-BE49-F238E27FC236}">
                  <a16:creationId xmlns:a16="http://schemas.microsoft.com/office/drawing/2014/main" id="{A455CCBC-7098-2888-CFD8-3ABBE72792EF}"/>
                </a:ext>
              </a:extLst>
            </p:cNvPr>
            <p:cNvSpPr/>
            <p:nvPr/>
          </p:nvSpPr>
          <p:spPr>
            <a:xfrm>
              <a:off x="12468379" y="1854464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9" name="椭圆 278">
              <a:extLst>
                <a:ext uri="{FF2B5EF4-FFF2-40B4-BE49-F238E27FC236}">
                  <a16:creationId xmlns:a16="http://schemas.microsoft.com/office/drawing/2014/main" id="{707EF1E0-75E4-4638-F6F6-2817E78EBA22}"/>
                </a:ext>
              </a:extLst>
            </p:cNvPr>
            <p:cNvSpPr/>
            <p:nvPr/>
          </p:nvSpPr>
          <p:spPr>
            <a:xfrm>
              <a:off x="12806665" y="2090315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0" name="椭圆 279">
              <a:extLst>
                <a:ext uri="{FF2B5EF4-FFF2-40B4-BE49-F238E27FC236}">
                  <a16:creationId xmlns:a16="http://schemas.microsoft.com/office/drawing/2014/main" id="{7428DED2-566E-5E29-FD0F-62E8B95285D2}"/>
                </a:ext>
              </a:extLst>
            </p:cNvPr>
            <p:cNvSpPr/>
            <p:nvPr/>
          </p:nvSpPr>
          <p:spPr>
            <a:xfrm>
              <a:off x="12499169" y="2209829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椭圆 280">
              <a:extLst>
                <a:ext uri="{FF2B5EF4-FFF2-40B4-BE49-F238E27FC236}">
                  <a16:creationId xmlns:a16="http://schemas.microsoft.com/office/drawing/2014/main" id="{7D703621-5382-0EF6-BA5A-A18974935FD0}"/>
                </a:ext>
              </a:extLst>
            </p:cNvPr>
            <p:cNvSpPr/>
            <p:nvPr/>
          </p:nvSpPr>
          <p:spPr>
            <a:xfrm>
              <a:off x="12657404" y="1524665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2" name="椭圆 281">
              <a:extLst>
                <a:ext uri="{FF2B5EF4-FFF2-40B4-BE49-F238E27FC236}">
                  <a16:creationId xmlns:a16="http://schemas.microsoft.com/office/drawing/2014/main" id="{03C3A15B-F7D0-4F75-B665-B718284B689B}"/>
                </a:ext>
              </a:extLst>
            </p:cNvPr>
            <p:cNvSpPr/>
            <p:nvPr/>
          </p:nvSpPr>
          <p:spPr>
            <a:xfrm>
              <a:off x="13077562" y="3405061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3" name="椭圆 282">
              <a:extLst>
                <a:ext uri="{FF2B5EF4-FFF2-40B4-BE49-F238E27FC236}">
                  <a16:creationId xmlns:a16="http://schemas.microsoft.com/office/drawing/2014/main" id="{07A0528D-B2F1-A283-48CC-66C0359762E8}"/>
                </a:ext>
              </a:extLst>
            </p:cNvPr>
            <p:cNvSpPr/>
            <p:nvPr/>
          </p:nvSpPr>
          <p:spPr>
            <a:xfrm>
              <a:off x="13459364" y="3151596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4" name="椭圆 283">
              <a:extLst>
                <a:ext uri="{FF2B5EF4-FFF2-40B4-BE49-F238E27FC236}">
                  <a16:creationId xmlns:a16="http://schemas.microsoft.com/office/drawing/2014/main" id="{5DDF7A93-22D3-4F30-6802-8C476F457CFC}"/>
                </a:ext>
              </a:extLst>
            </p:cNvPr>
            <p:cNvSpPr/>
            <p:nvPr/>
          </p:nvSpPr>
          <p:spPr>
            <a:xfrm>
              <a:off x="12971683" y="4017869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5" name="椭圆 284">
              <a:extLst>
                <a:ext uri="{FF2B5EF4-FFF2-40B4-BE49-F238E27FC236}">
                  <a16:creationId xmlns:a16="http://schemas.microsoft.com/office/drawing/2014/main" id="{B9A84684-9FFB-E585-A2FC-51E9D4CA1087}"/>
                </a:ext>
              </a:extLst>
            </p:cNvPr>
            <p:cNvSpPr/>
            <p:nvPr/>
          </p:nvSpPr>
          <p:spPr>
            <a:xfrm>
              <a:off x="13772427" y="3269189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6" name="椭圆 285">
              <a:extLst>
                <a:ext uri="{FF2B5EF4-FFF2-40B4-BE49-F238E27FC236}">
                  <a16:creationId xmlns:a16="http://schemas.microsoft.com/office/drawing/2014/main" id="{3168BBE1-B714-56A0-110B-77E38ABCD9D6}"/>
                </a:ext>
              </a:extLst>
            </p:cNvPr>
            <p:cNvSpPr/>
            <p:nvPr/>
          </p:nvSpPr>
          <p:spPr>
            <a:xfrm>
              <a:off x="13459364" y="4220800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7" name="椭圆 286">
              <a:extLst>
                <a:ext uri="{FF2B5EF4-FFF2-40B4-BE49-F238E27FC236}">
                  <a16:creationId xmlns:a16="http://schemas.microsoft.com/office/drawing/2014/main" id="{A9F46985-0C44-7AB1-42D4-519E46C7C9BC}"/>
                </a:ext>
              </a:extLst>
            </p:cNvPr>
            <p:cNvSpPr/>
            <p:nvPr/>
          </p:nvSpPr>
          <p:spPr>
            <a:xfrm>
              <a:off x="13949255" y="3604782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8" name="椭圆 287">
              <a:extLst>
                <a:ext uri="{FF2B5EF4-FFF2-40B4-BE49-F238E27FC236}">
                  <a16:creationId xmlns:a16="http://schemas.microsoft.com/office/drawing/2014/main" id="{EF917A41-4E5C-3701-D014-4A6FF72627CC}"/>
                </a:ext>
              </a:extLst>
            </p:cNvPr>
            <p:cNvSpPr/>
            <p:nvPr/>
          </p:nvSpPr>
          <p:spPr>
            <a:xfrm>
              <a:off x="14840054" y="3353577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9" name="椭圆 288">
              <a:extLst>
                <a:ext uri="{FF2B5EF4-FFF2-40B4-BE49-F238E27FC236}">
                  <a16:creationId xmlns:a16="http://schemas.microsoft.com/office/drawing/2014/main" id="{E7EBD6B6-3C47-FB90-CC75-22AC77684FA1}"/>
                </a:ext>
              </a:extLst>
            </p:cNvPr>
            <p:cNvSpPr/>
            <p:nvPr/>
          </p:nvSpPr>
          <p:spPr>
            <a:xfrm>
              <a:off x="14825180" y="3729137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0" name="椭圆 289">
              <a:extLst>
                <a:ext uri="{FF2B5EF4-FFF2-40B4-BE49-F238E27FC236}">
                  <a16:creationId xmlns:a16="http://schemas.microsoft.com/office/drawing/2014/main" id="{0E6767C9-924B-0316-F666-DB44453EFA14}"/>
                </a:ext>
              </a:extLst>
            </p:cNvPr>
            <p:cNvSpPr/>
            <p:nvPr/>
          </p:nvSpPr>
          <p:spPr>
            <a:xfrm>
              <a:off x="14256877" y="3522654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1" name="椭圆 290">
              <a:extLst>
                <a:ext uri="{FF2B5EF4-FFF2-40B4-BE49-F238E27FC236}">
                  <a16:creationId xmlns:a16="http://schemas.microsoft.com/office/drawing/2014/main" id="{1661925D-A7C5-AC67-4394-1745BC72E8FD}"/>
                </a:ext>
              </a:extLst>
            </p:cNvPr>
            <p:cNvSpPr/>
            <p:nvPr/>
          </p:nvSpPr>
          <p:spPr>
            <a:xfrm>
              <a:off x="14053337" y="3991573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2" name="椭圆 291">
              <a:extLst>
                <a:ext uri="{FF2B5EF4-FFF2-40B4-BE49-F238E27FC236}">
                  <a16:creationId xmlns:a16="http://schemas.microsoft.com/office/drawing/2014/main" id="{EAD7B163-6E11-EF06-5AE5-5AE1B8829A1D}"/>
                </a:ext>
              </a:extLst>
            </p:cNvPr>
            <p:cNvSpPr/>
            <p:nvPr/>
          </p:nvSpPr>
          <p:spPr>
            <a:xfrm>
              <a:off x="13459364" y="3656964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3" name="椭圆 292">
              <a:extLst>
                <a:ext uri="{FF2B5EF4-FFF2-40B4-BE49-F238E27FC236}">
                  <a16:creationId xmlns:a16="http://schemas.microsoft.com/office/drawing/2014/main" id="{AC2BA323-292C-261A-1170-F5370CCEEB06}"/>
                </a:ext>
              </a:extLst>
            </p:cNvPr>
            <p:cNvSpPr/>
            <p:nvPr/>
          </p:nvSpPr>
          <p:spPr>
            <a:xfrm>
              <a:off x="13811437" y="4338393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4" name="椭圆 293">
              <a:extLst>
                <a:ext uri="{FF2B5EF4-FFF2-40B4-BE49-F238E27FC236}">
                  <a16:creationId xmlns:a16="http://schemas.microsoft.com/office/drawing/2014/main" id="{0311D482-280D-CAE9-F9BF-83A999104486}"/>
                </a:ext>
              </a:extLst>
            </p:cNvPr>
            <p:cNvSpPr/>
            <p:nvPr/>
          </p:nvSpPr>
          <p:spPr>
            <a:xfrm>
              <a:off x="14794171" y="2989885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5" name="椭圆 294">
              <a:extLst>
                <a:ext uri="{FF2B5EF4-FFF2-40B4-BE49-F238E27FC236}">
                  <a16:creationId xmlns:a16="http://schemas.microsoft.com/office/drawing/2014/main" id="{B50BD54F-2AFA-AA2D-C9A4-7EEB34F7281B}"/>
                </a:ext>
              </a:extLst>
            </p:cNvPr>
            <p:cNvSpPr/>
            <p:nvPr/>
          </p:nvSpPr>
          <p:spPr>
            <a:xfrm>
              <a:off x="13051636" y="3009613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6" name="椭圆 295">
              <a:extLst>
                <a:ext uri="{FF2B5EF4-FFF2-40B4-BE49-F238E27FC236}">
                  <a16:creationId xmlns:a16="http://schemas.microsoft.com/office/drawing/2014/main" id="{91533B49-8A81-9115-1A22-B56B16C1BF5A}"/>
                </a:ext>
              </a:extLst>
            </p:cNvPr>
            <p:cNvSpPr/>
            <p:nvPr/>
          </p:nvSpPr>
          <p:spPr>
            <a:xfrm>
              <a:off x="13086594" y="3714893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7" name="椭圆 296">
              <a:extLst>
                <a:ext uri="{FF2B5EF4-FFF2-40B4-BE49-F238E27FC236}">
                  <a16:creationId xmlns:a16="http://schemas.microsoft.com/office/drawing/2014/main" id="{68E818BE-BBCD-45CA-3880-BDC6F40A32CB}"/>
                </a:ext>
              </a:extLst>
            </p:cNvPr>
            <p:cNvSpPr/>
            <p:nvPr/>
          </p:nvSpPr>
          <p:spPr>
            <a:xfrm>
              <a:off x="14373055" y="4018844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8" name="椭圆 297">
              <a:extLst>
                <a:ext uri="{FF2B5EF4-FFF2-40B4-BE49-F238E27FC236}">
                  <a16:creationId xmlns:a16="http://schemas.microsoft.com/office/drawing/2014/main" id="{CC416FF4-44D0-CDCA-D15D-5D82728A1EAC}"/>
                </a:ext>
              </a:extLst>
            </p:cNvPr>
            <p:cNvSpPr/>
            <p:nvPr/>
          </p:nvSpPr>
          <p:spPr>
            <a:xfrm>
              <a:off x="14113491" y="2992663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9" name="椭圆 298">
              <a:extLst>
                <a:ext uri="{FF2B5EF4-FFF2-40B4-BE49-F238E27FC236}">
                  <a16:creationId xmlns:a16="http://schemas.microsoft.com/office/drawing/2014/main" id="{8CAFB402-B73B-E2A8-AFFF-B2CF79BADE86}"/>
                </a:ext>
              </a:extLst>
            </p:cNvPr>
            <p:cNvSpPr/>
            <p:nvPr/>
          </p:nvSpPr>
          <p:spPr>
            <a:xfrm>
              <a:off x="14287799" y="1602013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0" name="椭圆 299">
              <a:extLst>
                <a:ext uri="{FF2B5EF4-FFF2-40B4-BE49-F238E27FC236}">
                  <a16:creationId xmlns:a16="http://schemas.microsoft.com/office/drawing/2014/main" id="{4A850307-DED9-5D1E-DCCE-415E0E85A160}"/>
                </a:ext>
              </a:extLst>
            </p:cNvPr>
            <p:cNvSpPr/>
            <p:nvPr/>
          </p:nvSpPr>
          <p:spPr>
            <a:xfrm>
              <a:off x="11216891" y="1464327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1" name="椭圆 300">
              <a:extLst>
                <a:ext uri="{FF2B5EF4-FFF2-40B4-BE49-F238E27FC236}">
                  <a16:creationId xmlns:a16="http://schemas.microsoft.com/office/drawing/2014/main" id="{3EA4FDF2-CD0D-4C4A-A2F6-E3B71E71548B}"/>
                </a:ext>
              </a:extLst>
            </p:cNvPr>
            <p:cNvSpPr/>
            <p:nvPr/>
          </p:nvSpPr>
          <p:spPr>
            <a:xfrm>
              <a:off x="11704572" y="1667258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2" name="椭圆 301">
              <a:extLst>
                <a:ext uri="{FF2B5EF4-FFF2-40B4-BE49-F238E27FC236}">
                  <a16:creationId xmlns:a16="http://schemas.microsoft.com/office/drawing/2014/main" id="{7C45E301-DC79-A68B-CFE0-965B3560E870}"/>
                </a:ext>
              </a:extLst>
            </p:cNvPr>
            <p:cNvSpPr/>
            <p:nvPr/>
          </p:nvSpPr>
          <p:spPr>
            <a:xfrm>
              <a:off x="11971088" y="1392538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3" name="椭圆 302">
              <a:extLst>
                <a:ext uri="{FF2B5EF4-FFF2-40B4-BE49-F238E27FC236}">
                  <a16:creationId xmlns:a16="http://schemas.microsoft.com/office/drawing/2014/main" id="{0ADAB135-E7A3-F745-E7C8-A55D88F2596C}"/>
                </a:ext>
              </a:extLst>
            </p:cNvPr>
            <p:cNvSpPr/>
            <p:nvPr/>
          </p:nvSpPr>
          <p:spPr>
            <a:xfrm>
              <a:off x="12298545" y="1438031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4" name="椭圆 303">
              <a:extLst>
                <a:ext uri="{FF2B5EF4-FFF2-40B4-BE49-F238E27FC236}">
                  <a16:creationId xmlns:a16="http://schemas.microsoft.com/office/drawing/2014/main" id="{AB69DABA-E2A0-6191-9479-3D53D47CBDF6}"/>
                </a:ext>
              </a:extLst>
            </p:cNvPr>
            <p:cNvSpPr/>
            <p:nvPr/>
          </p:nvSpPr>
          <p:spPr>
            <a:xfrm>
              <a:off x="11559817" y="1386763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5" name="椭圆 304">
              <a:extLst>
                <a:ext uri="{FF2B5EF4-FFF2-40B4-BE49-F238E27FC236}">
                  <a16:creationId xmlns:a16="http://schemas.microsoft.com/office/drawing/2014/main" id="{786B1990-6A83-BD8F-01B5-4822EBEAD459}"/>
                </a:ext>
              </a:extLst>
            </p:cNvPr>
            <p:cNvSpPr/>
            <p:nvPr/>
          </p:nvSpPr>
          <p:spPr>
            <a:xfrm>
              <a:off x="12056645" y="1784851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6" name="椭圆 305">
              <a:extLst>
                <a:ext uri="{FF2B5EF4-FFF2-40B4-BE49-F238E27FC236}">
                  <a16:creationId xmlns:a16="http://schemas.microsoft.com/office/drawing/2014/main" id="{5621035A-884C-E0B7-FE96-2338D87B5EA4}"/>
                </a:ext>
              </a:extLst>
            </p:cNvPr>
            <p:cNvSpPr/>
            <p:nvPr/>
          </p:nvSpPr>
          <p:spPr>
            <a:xfrm>
              <a:off x="11354212" y="1784851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椭圆 306">
              <a:extLst>
                <a:ext uri="{FF2B5EF4-FFF2-40B4-BE49-F238E27FC236}">
                  <a16:creationId xmlns:a16="http://schemas.microsoft.com/office/drawing/2014/main" id="{1C8D2FA6-A96F-FB4C-4A54-919036CE4041}"/>
                </a:ext>
              </a:extLst>
            </p:cNvPr>
            <p:cNvSpPr/>
            <p:nvPr/>
          </p:nvSpPr>
          <p:spPr>
            <a:xfrm>
              <a:off x="12580066" y="1186425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椭圆 307">
              <a:extLst>
                <a:ext uri="{FF2B5EF4-FFF2-40B4-BE49-F238E27FC236}">
                  <a16:creationId xmlns:a16="http://schemas.microsoft.com/office/drawing/2014/main" id="{F6564DDC-904C-0A3B-3F5B-29127D24C05C}"/>
                </a:ext>
              </a:extLst>
            </p:cNvPr>
            <p:cNvSpPr/>
            <p:nvPr/>
          </p:nvSpPr>
          <p:spPr>
            <a:xfrm>
              <a:off x="10957154" y="1251184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9" name="椭圆 308">
              <a:extLst>
                <a:ext uri="{FF2B5EF4-FFF2-40B4-BE49-F238E27FC236}">
                  <a16:creationId xmlns:a16="http://schemas.microsoft.com/office/drawing/2014/main" id="{481BA786-C32E-4540-7E62-932968B747F4}"/>
                </a:ext>
              </a:extLst>
            </p:cNvPr>
            <p:cNvSpPr/>
            <p:nvPr/>
          </p:nvSpPr>
          <p:spPr>
            <a:xfrm>
              <a:off x="12275794" y="1146203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0" name="椭圆 309">
              <a:extLst>
                <a:ext uri="{FF2B5EF4-FFF2-40B4-BE49-F238E27FC236}">
                  <a16:creationId xmlns:a16="http://schemas.microsoft.com/office/drawing/2014/main" id="{8D300507-6BE5-1F0D-ACDB-D3DD98988050}"/>
                </a:ext>
              </a:extLst>
            </p:cNvPr>
            <p:cNvSpPr/>
            <p:nvPr/>
          </p:nvSpPr>
          <p:spPr>
            <a:xfrm>
              <a:off x="11258143" y="848802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1" name="椭圆 310">
              <a:extLst>
                <a:ext uri="{FF2B5EF4-FFF2-40B4-BE49-F238E27FC236}">
                  <a16:creationId xmlns:a16="http://schemas.microsoft.com/office/drawing/2014/main" id="{072A8CDA-2D86-0DC6-4EBC-2B34769655F8}"/>
                </a:ext>
              </a:extLst>
            </p:cNvPr>
            <p:cNvSpPr/>
            <p:nvPr/>
          </p:nvSpPr>
          <p:spPr>
            <a:xfrm>
              <a:off x="10837861" y="1531701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椭圆 311">
              <a:extLst>
                <a:ext uri="{FF2B5EF4-FFF2-40B4-BE49-F238E27FC236}">
                  <a16:creationId xmlns:a16="http://schemas.microsoft.com/office/drawing/2014/main" id="{59574BFA-9575-01CB-988A-F5CD1C11B2EB}"/>
                </a:ext>
              </a:extLst>
            </p:cNvPr>
            <p:cNvSpPr/>
            <p:nvPr/>
          </p:nvSpPr>
          <p:spPr>
            <a:xfrm>
              <a:off x="12019140" y="986791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3" name="椭圆 312">
              <a:extLst>
                <a:ext uri="{FF2B5EF4-FFF2-40B4-BE49-F238E27FC236}">
                  <a16:creationId xmlns:a16="http://schemas.microsoft.com/office/drawing/2014/main" id="{E0AB1CA4-54CC-CDAD-BEAE-AF3710621757}"/>
                </a:ext>
              </a:extLst>
            </p:cNvPr>
            <p:cNvSpPr/>
            <p:nvPr/>
          </p:nvSpPr>
          <p:spPr>
            <a:xfrm>
              <a:off x="11209495" y="1133591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椭圆 313">
              <a:extLst>
                <a:ext uri="{FF2B5EF4-FFF2-40B4-BE49-F238E27FC236}">
                  <a16:creationId xmlns:a16="http://schemas.microsoft.com/office/drawing/2014/main" id="{91B7EFD9-4D30-D3FF-9792-FC266EB00E29}"/>
                </a:ext>
              </a:extLst>
            </p:cNvPr>
            <p:cNvSpPr/>
            <p:nvPr/>
          </p:nvSpPr>
          <p:spPr>
            <a:xfrm>
              <a:off x="11554469" y="976671"/>
              <a:ext cx="223375" cy="235186"/>
            </a:xfrm>
            <a:prstGeom prst="ellipse">
              <a:avLst/>
            </a:prstGeom>
            <a:solidFill>
              <a:schemeClr val="tx1">
                <a:lumMod val="65000"/>
                <a:lumOff val="3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" name="椭圆 314">
              <a:extLst>
                <a:ext uri="{FF2B5EF4-FFF2-40B4-BE49-F238E27FC236}">
                  <a16:creationId xmlns:a16="http://schemas.microsoft.com/office/drawing/2014/main" id="{2F9D417D-2271-0424-3D8E-6323BA0F2BF3}"/>
                </a:ext>
              </a:extLst>
            </p:cNvPr>
            <p:cNvSpPr/>
            <p:nvPr/>
          </p:nvSpPr>
          <p:spPr>
            <a:xfrm>
              <a:off x="17220170" y="1195973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6" name="椭圆 315">
              <a:extLst>
                <a:ext uri="{FF2B5EF4-FFF2-40B4-BE49-F238E27FC236}">
                  <a16:creationId xmlns:a16="http://schemas.microsoft.com/office/drawing/2014/main" id="{16C532C2-DC02-EE4C-2A1C-1C8D6C346118}"/>
                </a:ext>
              </a:extLst>
            </p:cNvPr>
            <p:cNvSpPr/>
            <p:nvPr/>
          </p:nvSpPr>
          <p:spPr>
            <a:xfrm>
              <a:off x="15424036" y="1559399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7" name="椭圆 316">
              <a:extLst>
                <a:ext uri="{FF2B5EF4-FFF2-40B4-BE49-F238E27FC236}">
                  <a16:creationId xmlns:a16="http://schemas.microsoft.com/office/drawing/2014/main" id="{74838AFE-103D-00C3-FF6E-AC9CC055F009}"/>
                </a:ext>
              </a:extLst>
            </p:cNvPr>
            <p:cNvSpPr/>
            <p:nvPr/>
          </p:nvSpPr>
          <p:spPr>
            <a:xfrm>
              <a:off x="16288410" y="2342598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8" name="椭圆 317">
              <a:extLst>
                <a:ext uri="{FF2B5EF4-FFF2-40B4-BE49-F238E27FC236}">
                  <a16:creationId xmlns:a16="http://schemas.microsoft.com/office/drawing/2014/main" id="{91BAFA58-15DE-D451-4BA0-006A7E20547E}"/>
                </a:ext>
              </a:extLst>
            </p:cNvPr>
            <p:cNvSpPr/>
            <p:nvPr/>
          </p:nvSpPr>
          <p:spPr>
            <a:xfrm>
              <a:off x="15911717" y="1762330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9" name="椭圆 318">
              <a:extLst>
                <a:ext uri="{FF2B5EF4-FFF2-40B4-BE49-F238E27FC236}">
                  <a16:creationId xmlns:a16="http://schemas.microsoft.com/office/drawing/2014/main" id="{3D64EB97-FE2F-2347-FC19-5F770F8DCEF0}"/>
                </a:ext>
              </a:extLst>
            </p:cNvPr>
            <p:cNvSpPr/>
            <p:nvPr/>
          </p:nvSpPr>
          <p:spPr>
            <a:xfrm>
              <a:off x="16401608" y="1146312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0" name="椭圆 319">
              <a:extLst>
                <a:ext uri="{FF2B5EF4-FFF2-40B4-BE49-F238E27FC236}">
                  <a16:creationId xmlns:a16="http://schemas.microsoft.com/office/drawing/2014/main" id="{76A53E06-03E1-5FFA-6E51-75EA51994586}"/>
                </a:ext>
              </a:extLst>
            </p:cNvPr>
            <p:cNvSpPr/>
            <p:nvPr/>
          </p:nvSpPr>
          <p:spPr>
            <a:xfrm>
              <a:off x="15950218" y="1212890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1" name="椭圆 320">
              <a:extLst>
                <a:ext uri="{FF2B5EF4-FFF2-40B4-BE49-F238E27FC236}">
                  <a16:creationId xmlns:a16="http://schemas.microsoft.com/office/drawing/2014/main" id="{DF8EFE27-963F-4B1C-0B51-6A8083F78A30}"/>
                </a:ext>
              </a:extLst>
            </p:cNvPr>
            <p:cNvSpPr/>
            <p:nvPr/>
          </p:nvSpPr>
          <p:spPr>
            <a:xfrm>
              <a:off x="16178233" y="1487610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2" name="椭圆 321">
              <a:extLst>
                <a:ext uri="{FF2B5EF4-FFF2-40B4-BE49-F238E27FC236}">
                  <a16:creationId xmlns:a16="http://schemas.microsoft.com/office/drawing/2014/main" id="{D380E44D-39C0-D081-D96B-C6DD0D625E3A}"/>
                </a:ext>
              </a:extLst>
            </p:cNvPr>
            <p:cNvSpPr/>
            <p:nvPr/>
          </p:nvSpPr>
          <p:spPr>
            <a:xfrm>
              <a:off x="16709230" y="1064184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椭圆 322">
              <a:extLst>
                <a:ext uri="{FF2B5EF4-FFF2-40B4-BE49-F238E27FC236}">
                  <a16:creationId xmlns:a16="http://schemas.microsoft.com/office/drawing/2014/main" id="{0C105FAE-1485-7487-5C71-62C7176D2B22}"/>
                </a:ext>
              </a:extLst>
            </p:cNvPr>
            <p:cNvSpPr/>
            <p:nvPr/>
          </p:nvSpPr>
          <p:spPr>
            <a:xfrm>
              <a:off x="16505690" y="1533103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椭圆 323">
              <a:extLst>
                <a:ext uri="{FF2B5EF4-FFF2-40B4-BE49-F238E27FC236}">
                  <a16:creationId xmlns:a16="http://schemas.microsoft.com/office/drawing/2014/main" id="{E9151705-7F11-5867-3B47-73EE5FE00AB3}"/>
                </a:ext>
              </a:extLst>
            </p:cNvPr>
            <p:cNvSpPr/>
            <p:nvPr/>
          </p:nvSpPr>
          <p:spPr>
            <a:xfrm>
              <a:off x="15766962" y="1481835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椭圆 324">
              <a:extLst>
                <a:ext uri="{FF2B5EF4-FFF2-40B4-BE49-F238E27FC236}">
                  <a16:creationId xmlns:a16="http://schemas.microsoft.com/office/drawing/2014/main" id="{145B2505-C1D6-9B65-32C8-BC25D07822C7}"/>
                </a:ext>
              </a:extLst>
            </p:cNvPr>
            <p:cNvSpPr/>
            <p:nvPr/>
          </p:nvSpPr>
          <p:spPr>
            <a:xfrm>
              <a:off x="16263790" y="1879923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6" name="椭圆 325">
              <a:extLst>
                <a:ext uri="{FF2B5EF4-FFF2-40B4-BE49-F238E27FC236}">
                  <a16:creationId xmlns:a16="http://schemas.microsoft.com/office/drawing/2014/main" id="{D7460F9E-7862-C336-C668-00EF94190258}"/>
                </a:ext>
              </a:extLst>
            </p:cNvPr>
            <p:cNvSpPr/>
            <p:nvPr/>
          </p:nvSpPr>
          <p:spPr>
            <a:xfrm>
              <a:off x="15561357" y="1879923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7" name="椭圆 326">
              <a:extLst>
                <a:ext uri="{FF2B5EF4-FFF2-40B4-BE49-F238E27FC236}">
                  <a16:creationId xmlns:a16="http://schemas.microsoft.com/office/drawing/2014/main" id="{9B6CF861-5C53-A2CC-0CC9-F2E8990EBDBB}"/>
                </a:ext>
              </a:extLst>
            </p:cNvPr>
            <p:cNvSpPr/>
            <p:nvPr/>
          </p:nvSpPr>
          <p:spPr>
            <a:xfrm>
              <a:off x="17303092" y="923914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8" name="椭圆 327">
              <a:extLst>
                <a:ext uri="{FF2B5EF4-FFF2-40B4-BE49-F238E27FC236}">
                  <a16:creationId xmlns:a16="http://schemas.microsoft.com/office/drawing/2014/main" id="{46EE7EA0-9B28-F522-44C2-2C2A072D3B51}"/>
                </a:ext>
              </a:extLst>
            </p:cNvPr>
            <p:cNvSpPr/>
            <p:nvPr/>
          </p:nvSpPr>
          <p:spPr>
            <a:xfrm>
              <a:off x="16825408" y="1560374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椭圆 328">
              <a:extLst>
                <a:ext uri="{FF2B5EF4-FFF2-40B4-BE49-F238E27FC236}">
                  <a16:creationId xmlns:a16="http://schemas.microsoft.com/office/drawing/2014/main" id="{6BA5117E-5D75-3BFD-139F-EEA7D0C64694}"/>
                </a:ext>
              </a:extLst>
            </p:cNvPr>
            <p:cNvSpPr/>
            <p:nvPr/>
          </p:nvSpPr>
          <p:spPr>
            <a:xfrm>
              <a:off x="15363163" y="2858629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0" name="椭圆 329">
              <a:extLst>
                <a:ext uri="{FF2B5EF4-FFF2-40B4-BE49-F238E27FC236}">
                  <a16:creationId xmlns:a16="http://schemas.microsoft.com/office/drawing/2014/main" id="{5B60ABA0-9A0C-6ABA-8088-3CD40C483BC7}"/>
                </a:ext>
              </a:extLst>
            </p:cNvPr>
            <p:cNvSpPr/>
            <p:nvPr/>
          </p:nvSpPr>
          <p:spPr>
            <a:xfrm>
              <a:off x="15821690" y="2166268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1" name="椭圆 330">
              <a:extLst>
                <a:ext uri="{FF2B5EF4-FFF2-40B4-BE49-F238E27FC236}">
                  <a16:creationId xmlns:a16="http://schemas.microsoft.com/office/drawing/2014/main" id="{C88ECD94-F10F-18A1-8ECA-0EC61DE25F31}"/>
                </a:ext>
              </a:extLst>
            </p:cNvPr>
            <p:cNvSpPr/>
            <p:nvPr/>
          </p:nvSpPr>
          <p:spPr>
            <a:xfrm>
              <a:off x="15711304" y="2583298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2" name="椭圆 331">
              <a:extLst>
                <a:ext uri="{FF2B5EF4-FFF2-40B4-BE49-F238E27FC236}">
                  <a16:creationId xmlns:a16="http://schemas.microsoft.com/office/drawing/2014/main" id="{EC843BE5-4AD9-6DE5-A436-32B16EF680E2}"/>
                </a:ext>
              </a:extLst>
            </p:cNvPr>
            <p:cNvSpPr/>
            <p:nvPr/>
          </p:nvSpPr>
          <p:spPr>
            <a:xfrm>
              <a:off x="15628702" y="4134995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3" name="椭圆 332">
              <a:extLst>
                <a:ext uri="{FF2B5EF4-FFF2-40B4-BE49-F238E27FC236}">
                  <a16:creationId xmlns:a16="http://schemas.microsoft.com/office/drawing/2014/main" id="{C3CA944A-D673-973C-25D4-BEE70616C379}"/>
                </a:ext>
              </a:extLst>
            </p:cNvPr>
            <p:cNvSpPr/>
            <p:nvPr/>
          </p:nvSpPr>
          <p:spPr>
            <a:xfrm>
              <a:off x="15741900" y="2938709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" name="椭圆 333">
              <a:extLst>
                <a:ext uri="{FF2B5EF4-FFF2-40B4-BE49-F238E27FC236}">
                  <a16:creationId xmlns:a16="http://schemas.microsoft.com/office/drawing/2014/main" id="{F8860BA6-796F-4A83-16CA-F5B6970085F7}"/>
                </a:ext>
              </a:extLst>
            </p:cNvPr>
            <p:cNvSpPr/>
            <p:nvPr/>
          </p:nvSpPr>
          <p:spPr>
            <a:xfrm>
              <a:off x="16049522" y="2856581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5" name="椭圆 334">
              <a:extLst>
                <a:ext uri="{FF2B5EF4-FFF2-40B4-BE49-F238E27FC236}">
                  <a16:creationId xmlns:a16="http://schemas.microsoft.com/office/drawing/2014/main" id="{94C2FE84-F691-8B81-6AC2-8782F78CCC33}"/>
                </a:ext>
              </a:extLst>
            </p:cNvPr>
            <p:cNvSpPr/>
            <p:nvPr/>
          </p:nvSpPr>
          <p:spPr>
            <a:xfrm>
              <a:off x="15845982" y="3325500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6" name="椭圆 335">
              <a:extLst>
                <a:ext uri="{FF2B5EF4-FFF2-40B4-BE49-F238E27FC236}">
                  <a16:creationId xmlns:a16="http://schemas.microsoft.com/office/drawing/2014/main" id="{F23552FC-2B32-F8AD-FED6-A83A97DBD3C7}"/>
                </a:ext>
              </a:extLst>
            </p:cNvPr>
            <p:cNvSpPr/>
            <p:nvPr/>
          </p:nvSpPr>
          <p:spPr>
            <a:xfrm>
              <a:off x="15604082" y="3672320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7" name="椭圆 336">
              <a:extLst>
                <a:ext uri="{FF2B5EF4-FFF2-40B4-BE49-F238E27FC236}">
                  <a16:creationId xmlns:a16="http://schemas.microsoft.com/office/drawing/2014/main" id="{48BF01A3-7CAD-34C6-6FD4-6DBA27482CAB}"/>
                </a:ext>
              </a:extLst>
            </p:cNvPr>
            <p:cNvSpPr/>
            <p:nvPr/>
          </p:nvSpPr>
          <p:spPr>
            <a:xfrm>
              <a:off x="16165700" y="3352771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椭圆 337">
              <a:extLst>
                <a:ext uri="{FF2B5EF4-FFF2-40B4-BE49-F238E27FC236}">
                  <a16:creationId xmlns:a16="http://schemas.microsoft.com/office/drawing/2014/main" id="{9C993F56-D88E-C6B0-0EC7-CDFDF628E70C}"/>
                </a:ext>
              </a:extLst>
            </p:cNvPr>
            <p:cNvSpPr/>
            <p:nvPr/>
          </p:nvSpPr>
          <p:spPr>
            <a:xfrm>
              <a:off x="10530084" y="1189351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9" name="椭圆 338">
              <a:extLst>
                <a:ext uri="{FF2B5EF4-FFF2-40B4-BE49-F238E27FC236}">
                  <a16:creationId xmlns:a16="http://schemas.microsoft.com/office/drawing/2014/main" id="{2CFA139A-5CE0-FDDE-8971-243B388B109A}"/>
                </a:ext>
              </a:extLst>
            </p:cNvPr>
            <p:cNvSpPr/>
            <p:nvPr/>
          </p:nvSpPr>
          <p:spPr>
            <a:xfrm>
              <a:off x="10631221" y="1723455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0" name="椭圆 339">
              <a:extLst>
                <a:ext uri="{FF2B5EF4-FFF2-40B4-BE49-F238E27FC236}">
                  <a16:creationId xmlns:a16="http://schemas.microsoft.com/office/drawing/2014/main" id="{1891BB8D-245A-4CDF-C0F8-4D30328652FF}"/>
                </a:ext>
              </a:extLst>
            </p:cNvPr>
            <p:cNvSpPr/>
            <p:nvPr/>
          </p:nvSpPr>
          <p:spPr>
            <a:xfrm>
              <a:off x="10230769" y="2420493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1" name="椭圆 340">
              <a:extLst>
                <a:ext uri="{FF2B5EF4-FFF2-40B4-BE49-F238E27FC236}">
                  <a16:creationId xmlns:a16="http://schemas.microsoft.com/office/drawing/2014/main" id="{B3AF4132-C5E7-1493-1054-6784CA566433}"/>
                </a:ext>
              </a:extLst>
            </p:cNvPr>
            <p:cNvSpPr/>
            <p:nvPr/>
          </p:nvSpPr>
          <p:spPr>
            <a:xfrm>
              <a:off x="10465953" y="1995463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" name="椭圆 341">
              <a:extLst>
                <a:ext uri="{FF2B5EF4-FFF2-40B4-BE49-F238E27FC236}">
                  <a16:creationId xmlns:a16="http://schemas.microsoft.com/office/drawing/2014/main" id="{2AE5A181-5214-4DED-B7A5-BE2E0F2D6849}"/>
                </a:ext>
              </a:extLst>
            </p:cNvPr>
            <p:cNvSpPr/>
            <p:nvPr/>
          </p:nvSpPr>
          <p:spPr>
            <a:xfrm>
              <a:off x="10636303" y="3029265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3" name="椭圆 342">
              <a:extLst>
                <a:ext uri="{FF2B5EF4-FFF2-40B4-BE49-F238E27FC236}">
                  <a16:creationId xmlns:a16="http://schemas.microsoft.com/office/drawing/2014/main" id="{09FE2726-7DB9-6CE8-B55C-AF3550FB280C}"/>
                </a:ext>
              </a:extLst>
            </p:cNvPr>
            <p:cNvSpPr/>
            <p:nvPr/>
          </p:nvSpPr>
          <p:spPr>
            <a:xfrm>
              <a:off x="10301330" y="1648035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4" name="椭圆 343">
              <a:extLst>
                <a:ext uri="{FF2B5EF4-FFF2-40B4-BE49-F238E27FC236}">
                  <a16:creationId xmlns:a16="http://schemas.microsoft.com/office/drawing/2014/main" id="{6FBC428B-63DF-F1A3-6DF4-167F0C152CDB}"/>
                </a:ext>
              </a:extLst>
            </p:cNvPr>
            <p:cNvSpPr/>
            <p:nvPr/>
          </p:nvSpPr>
          <p:spPr>
            <a:xfrm>
              <a:off x="10204560" y="3046873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5" name="椭圆 344">
              <a:extLst>
                <a:ext uri="{FF2B5EF4-FFF2-40B4-BE49-F238E27FC236}">
                  <a16:creationId xmlns:a16="http://schemas.microsoft.com/office/drawing/2014/main" id="{B91C232A-83EE-F231-95B8-6223AA362753}"/>
                </a:ext>
              </a:extLst>
            </p:cNvPr>
            <p:cNvSpPr/>
            <p:nvPr/>
          </p:nvSpPr>
          <p:spPr>
            <a:xfrm>
              <a:off x="10439744" y="2621843"/>
              <a:ext cx="223375" cy="235186"/>
            </a:xfrm>
            <a:prstGeom prst="ellipse">
              <a:avLst/>
            </a:prstGeom>
            <a:solidFill>
              <a:schemeClr val="accent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6" name="椭圆 345">
              <a:extLst>
                <a:ext uri="{FF2B5EF4-FFF2-40B4-BE49-F238E27FC236}">
                  <a16:creationId xmlns:a16="http://schemas.microsoft.com/office/drawing/2014/main" id="{AFFF8BD1-72C3-6EF6-F046-6ADCC856977E}"/>
                </a:ext>
              </a:extLst>
            </p:cNvPr>
            <p:cNvSpPr/>
            <p:nvPr/>
          </p:nvSpPr>
          <p:spPr>
            <a:xfrm>
              <a:off x="16111641" y="3825164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椭圆 346">
              <a:extLst>
                <a:ext uri="{FF2B5EF4-FFF2-40B4-BE49-F238E27FC236}">
                  <a16:creationId xmlns:a16="http://schemas.microsoft.com/office/drawing/2014/main" id="{8ECAA4ED-4098-7654-7E42-14C01A869C64}"/>
                </a:ext>
              </a:extLst>
            </p:cNvPr>
            <p:cNvSpPr/>
            <p:nvPr/>
          </p:nvSpPr>
          <p:spPr>
            <a:xfrm>
              <a:off x="15256435" y="3183238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8" name="椭圆 347">
              <a:extLst>
                <a:ext uri="{FF2B5EF4-FFF2-40B4-BE49-F238E27FC236}">
                  <a16:creationId xmlns:a16="http://schemas.microsoft.com/office/drawing/2014/main" id="{AD1EE433-536E-B412-D51F-D0D4D4233091}"/>
                </a:ext>
              </a:extLst>
            </p:cNvPr>
            <p:cNvSpPr/>
            <p:nvPr/>
          </p:nvSpPr>
          <p:spPr>
            <a:xfrm>
              <a:off x="16690893" y="2035051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9" name="椭圆 348">
              <a:extLst>
                <a:ext uri="{FF2B5EF4-FFF2-40B4-BE49-F238E27FC236}">
                  <a16:creationId xmlns:a16="http://schemas.microsoft.com/office/drawing/2014/main" id="{24D049A9-6CAA-68F2-769C-466748DB795A}"/>
                </a:ext>
              </a:extLst>
            </p:cNvPr>
            <p:cNvSpPr/>
            <p:nvPr/>
          </p:nvSpPr>
          <p:spPr>
            <a:xfrm>
              <a:off x="15360517" y="3570029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0" name="椭圆 349">
              <a:extLst>
                <a:ext uri="{FF2B5EF4-FFF2-40B4-BE49-F238E27FC236}">
                  <a16:creationId xmlns:a16="http://schemas.microsoft.com/office/drawing/2014/main" id="{D1D248A9-7D3E-8AE8-D28F-05FA1F5C2046}"/>
                </a:ext>
              </a:extLst>
            </p:cNvPr>
            <p:cNvSpPr/>
            <p:nvPr/>
          </p:nvSpPr>
          <p:spPr>
            <a:xfrm>
              <a:off x="15118617" y="3916849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1" name="椭圆 350">
              <a:extLst>
                <a:ext uri="{FF2B5EF4-FFF2-40B4-BE49-F238E27FC236}">
                  <a16:creationId xmlns:a16="http://schemas.microsoft.com/office/drawing/2014/main" id="{3C0CB357-BE79-AB82-7392-06A4BA2EB168}"/>
                </a:ext>
              </a:extLst>
            </p:cNvPr>
            <p:cNvSpPr/>
            <p:nvPr/>
          </p:nvSpPr>
          <p:spPr>
            <a:xfrm>
              <a:off x="16581227" y="2676335"/>
              <a:ext cx="223375" cy="235186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2" name="椭圆 351">
              <a:extLst>
                <a:ext uri="{FF2B5EF4-FFF2-40B4-BE49-F238E27FC236}">
                  <a16:creationId xmlns:a16="http://schemas.microsoft.com/office/drawing/2014/main" id="{BA37C483-0DA7-7E8D-2DD1-3E9BEFCE5ADD}"/>
                </a:ext>
              </a:extLst>
            </p:cNvPr>
            <p:cNvSpPr/>
            <p:nvPr/>
          </p:nvSpPr>
          <p:spPr>
            <a:xfrm>
              <a:off x="13029079" y="1257161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3" name="椭圆 352">
              <a:extLst>
                <a:ext uri="{FF2B5EF4-FFF2-40B4-BE49-F238E27FC236}">
                  <a16:creationId xmlns:a16="http://schemas.microsoft.com/office/drawing/2014/main" id="{705A8204-60BB-76E0-DA12-9B9105EC64B7}"/>
                </a:ext>
              </a:extLst>
            </p:cNvPr>
            <p:cNvSpPr/>
            <p:nvPr/>
          </p:nvSpPr>
          <p:spPr>
            <a:xfrm>
              <a:off x="13360949" y="1495969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4" name="椭圆 353">
              <a:extLst>
                <a:ext uri="{FF2B5EF4-FFF2-40B4-BE49-F238E27FC236}">
                  <a16:creationId xmlns:a16="http://schemas.microsoft.com/office/drawing/2014/main" id="{CF7489E6-71E9-0DAB-4F51-DD80BF6016FF}"/>
                </a:ext>
              </a:extLst>
            </p:cNvPr>
            <p:cNvSpPr/>
            <p:nvPr/>
          </p:nvSpPr>
          <p:spPr>
            <a:xfrm>
              <a:off x="13967853" y="1565019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5" name="椭圆 354">
              <a:extLst>
                <a:ext uri="{FF2B5EF4-FFF2-40B4-BE49-F238E27FC236}">
                  <a16:creationId xmlns:a16="http://schemas.microsoft.com/office/drawing/2014/main" id="{00F51812-2BD4-82D1-8BA9-BC962DCFA7CA}"/>
                </a:ext>
              </a:extLst>
            </p:cNvPr>
            <p:cNvSpPr/>
            <p:nvPr/>
          </p:nvSpPr>
          <p:spPr>
            <a:xfrm>
              <a:off x="13639994" y="1248755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椭圆 355">
              <a:extLst>
                <a:ext uri="{FF2B5EF4-FFF2-40B4-BE49-F238E27FC236}">
                  <a16:creationId xmlns:a16="http://schemas.microsoft.com/office/drawing/2014/main" id="{673F0491-B6EF-882C-BBE0-750A15EA2AFD}"/>
                </a:ext>
              </a:extLst>
            </p:cNvPr>
            <p:cNvSpPr/>
            <p:nvPr/>
          </p:nvSpPr>
          <p:spPr>
            <a:xfrm>
              <a:off x="13984539" y="1001850"/>
              <a:ext cx="223375" cy="235186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7" name="椭圆 356">
              <a:extLst>
                <a:ext uri="{FF2B5EF4-FFF2-40B4-BE49-F238E27FC236}">
                  <a16:creationId xmlns:a16="http://schemas.microsoft.com/office/drawing/2014/main" id="{21FDC444-3F8D-78C0-58DD-B86D78D14AD6}"/>
                </a:ext>
              </a:extLst>
            </p:cNvPr>
            <p:cNvSpPr/>
            <p:nvPr/>
          </p:nvSpPr>
          <p:spPr>
            <a:xfrm>
              <a:off x="14467586" y="1214562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8" name="椭圆 357">
              <a:extLst>
                <a:ext uri="{FF2B5EF4-FFF2-40B4-BE49-F238E27FC236}">
                  <a16:creationId xmlns:a16="http://schemas.microsoft.com/office/drawing/2014/main" id="{08DB41E7-5AF7-022B-C1AA-F9D18E240894}"/>
                </a:ext>
              </a:extLst>
            </p:cNvPr>
            <p:cNvSpPr/>
            <p:nvPr/>
          </p:nvSpPr>
          <p:spPr>
            <a:xfrm>
              <a:off x="15111266" y="1428577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9" name="椭圆 358">
              <a:extLst>
                <a:ext uri="{FF2B5EF4-FFF2-40B4-BE49-F238E27FC236}">
                  <a16:creationId xmlns:a16="http://schemas.microsoft.com/office/drawing/2014/main" id="{7BE3333C-8D9D-95E2-8480-37860E573166}"/>
                </a:ext>
              </a:extLst>
            </p:cNvPr>
            <p:cNvSpPr/>
            <p:nvPr/>
          </p:nvSpPr>
          <p:spPr>
            <a:xfrm>
              <a:off x="15048555" y="868709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0" name="椭圆 359">
              <a:extLst>
                <a:ext uri="{FF2B5EF4-FFF2-40B4-BE49-F238E27FC236}">
                  <a16:creationId xmlns:a16="http://schemas.microsoft.com/office/drawing/2014/main" id="{D049F6D9-8116-3332-0702-55DB6D200606}"/>
                </a:ext>
              </a:extLst>
            </p:cNvPr>
            <p:cNvSpPr/>
            <p:nvPr/>
          </p:nvSpPr>
          <p:spPr>
            <a:xfrm>
              <a:off x="14865299" y="1137654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2C27B001-D653-1B18-09FB-821A57804CE2}"/>
                </a:ext>
              </a:extLst>
            </p:cNvPr>
            <p:cNvSpPr/>
            <p:nvPr/>
          </p:nvSpPr>
          <p:spPr>
            <a:xfrm>
              <a:off x="14637284" y="1449748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2" name="椭圆 361">
              <a:extLst>
                <a:ext uri="{FF2B5EF4-FFF2-40B4-BE49-F238E27FC236}">
                  <a16:creationId xmlns:a16="http://schemas.microsoft.com/office/drawing/2014/main" id="{A8647682-A98B-3482-3A89-9A01BE285C36}"/>
                </a:ext>
              </a:extLst>
            </p:cNvPr>
            <p:cNvSpPr/>
            <p:nvPr/>
          </p:nvSpPr>
          <p:spPr>
            <a:xfrm>
              <a:off x="14637284" y="912242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3" name="椭圆 362">
              <a:extLst>
                <a:ext uri="{FF2B5EF4-FFF2-40B4-BE49-F238E27FC236}">
                  <a16:creationId xmlns:a16="http://schemas.microsoft.com/office/drawing/2014/main" id="{FE3AF4F8-0403-8B23-D5FF-5EDEE34166D5}"/>
                </a:ext>
              </a:extLst>
            </p:cNvPr>
            <p:cNvSpPr/>
            <p:nvPr/>
          </p:nvSpPr>
          <p:spPr>
            <a:xfrm>
              <a:off x="14512785" y="2210953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4" name="椭圆 363">
              <a:extLst>
                <a:ext uri="{FF2B5EF4-FFF2-40B4-BE49-F238E27FC236}">
                  <a16:creationId xmlns:a16="http://schemas.microsoft.com/office/drawing/2014/main" id="{0B5367DC-7D56-AD40-3734-0128AA1AEB4D}"/>
                </a:ext>
              </a:extLst>
            </p:cNvPr>
            <p:cNvSpPr/>
            <p:nvPr/>
          </p:nvSpPr>
          <p:spPr>
            <a:xfrm>
              <a:off x="15156465" y="2424968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5" name="椭圆 364">
              <a:extLst>
                <a:ext uri="{FF2B5EF4-FFF2-40B4-BE49-F238E27FC236}">
                  <a16:creationId xmlns:a16="http://schemas.microsoft.com/office/drawing/2014/main" id="{73033EAE-E42F-B439-0106-4CBC771571F8}"/>
                </a:ext>
              </a:extLst>
            </p:cNvPr>
            <p:cNvSpPr/>
            <p:nvPr/>
          </p:nvSpPr>
          <p:spPr>
            <a:xfrm>
              <a:off x="15093754" y="1865100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6" name="椭圆 365">
              <a:extLst>
                <a:ext uri="{FF2B5EF4-FFF2-40B4-BE49-F238E27FC236}">
                  <a16:creationId xmlns:a16="http://schemas.microsoft.com/office/drawing/2014/main" id="{67A5FD48-1715-853F-72A9-5F044E2D4270}"/>
                </a:ext>
              </a:extLst>
            </p:cNvPr>
            <p:cNvSpPr/>
            <p:nvPr/>
          </p:nvSpPr>
          <p:spPr>
            <a:xfrm>
              <a:off x="14910498" y="2134045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7" name="椭圆 366">
              <a:extLst>
                <a:ext uri="{FF2B5EF4-FFF2-40B4-BE49-F238E27FC236}">
                  <a16:creationId xmlns:a16="http://schemas.microsoft.com/office/drawing/2014/main" id="{18156461-EBAF-7A29-7C4A-BCD19E92CC4A}"/>
                </a:ext>
              </a:extLst>
            </p:cNvPr>
            <p:cNvSpPr/>
            <p:nvPr/>
          </p:nvSpPr>
          <p:spPr>
            <a:xfrm>
              <a:off x="14682483" y="2446139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8" name="椭圆 367">
              <a:extLst>
                <a:ext uri="{FF2B5EF4-FFF2-40B4-BE49-F238E27FC236}">
                  <a16:creationId xmlns:a16="http://schemas.microsoft.com/office/drawing/2014/main" id="{2B136AAE-7D7D-970F-55BC-1A0676F934B2}"/>
                </a:ext>
              </a:extLst>
            </p:cNvPr>
            <p:cNvSpPr/>
            <p:nvPr/>
          </p:nvSpPr>
          <p:spPr>
            <a:xfrm>
              <a:off x="14682483" y="1908633"/>
              <a:ext cx="223375" cy="235186"/>
            </a:xfrm>
            <a:prstGeom prst="ellipse">
              <a:avLst/>
            </a:prstGeom>
            <a:solidFill>
              <a:srgbClr val="90060D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3" name="椭圆 372">
              <a:extLst>
                <a:ext uri="{FF2B5EF4-FFF2-40B4-BE49-F238E27FC236}">
                  <a16:creationId xmlns:a16="http://schemas.microsoft.com/office/drawing/2014/main" id="{61E58893-DC51-C3D4-A5F5-71B0362EF253}"/>
                </a:ext>
              </a:extLst>
            </p:cNvPr>
            <p:cNvSpPr/>
            <p:nvPr/>
          </p:nvSpPr>
          <p:spPr>
            <a:xfrm>
              <a:off x="12323864" y="-2093831"/>
              <a:ext cx="929273" cy="883250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lumOff val="25000"/>
                  </a:schemeClr>
                </a:gs>
                <a:gs pos="49000">
                  <a:schemeClr val="accent2">
                    <a:lumMod val="75000"/>
                  </a:schemeClr>
                </a:gs>
                <a:gs pos="100000">
                  <a:srgbClr val="FA6671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BF8C5BDA-37A3-9BBD-0AF9-14C271C1BA8C}"/>
                </a:ext>
              </a:extLst>
            </p:cNvPr>
            <p:cNvSpPr/>
            <p:nvPr/>
          </p:nvSpPr>
          <p:spPr>
            <a:xfrm>
              <a:off x="13660439" y="-3664426"/>
              <a:ext cx="929273" cy="883250"/>
            </a:xfrm>
            <a:prstGeom prst="ellipse">
              <a:avLst/>
            </a:prstGeom>
            <a:gradFill>
              <a:gsLst>
                <a:gs pos="0">
                  <a:srgbClr val="13501B"/>
                </a:gs>
                <a:gs pos="49000">
                  <a:srgbClr val="747474"/>
                </a:gs>
                <a:gs pos="100000">
                  <a:srgbClr val="215F9A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5" name="椭圆 374">
              <a:extLst>
                <a:ext uri="{FF2B5EF4-FFF2-40B4-BE49-F238E27FC236}">
                  <a16:creationId xmlns:a16="http://schemas.microsoft.com/office/drawing/2014/main" id="{35ABDAED-1695-E48F-7521-89E28F4F571D}"/>
                </a:ext>
              </a:extLst>
            </p:cNvPr>
            <p:cNvSpPr/>
            <p:nvPr/>
          </p:nvSpPr>
          <p:spPr>
            <a:xfrm>
              <a:off x="14975484" y="-2780465"/>
              <a:ext cx="929273" cy="883250"/>
            </a:xfrm>
            <a:prstGeom prst="ellipse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49000">
                  <a:schemeClr val="tx2">
                    <a:lumMod val="75000"/>
                    <a:lumOff val="25000"/>
                  </a:schemeClr>
                </a:gs>
                <a:gs pos="100000">
                  <a:srgbClr val="FF0000"/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42D74171-45D8-581E-25EE-C4622247D385}"/>
                </a:ext>
              </a:extLst>
            </p:cNvPr>
            <p:cNvSpPr/>
            <p:nvPr/>
          </p:nvSpPr>
          <p:spPr>
            <a:xfrm>
              <a:off x="17170679" y="-1897215"/>
              <a:ext cx="929273" cy="883250"/>
            </a:xfrm>
            <a:prstGeom prst="ellipse">
              <a:avLst/>
            </a:prstGeom>
            <a:gradFill>
              <a:gsLst>
                <a:gs pos="0">
                  <a:srgbClr val="FA6671"/>
                </a:gs>
                <a:gs pos="100000">
                  <a:schemeClr val="accent3">
                    <a:lumMod val="60000"/>
                    <a:lumOff val="40000"/>
                  </a:schemeClr>
                </a:gs>
                <a:gs pos="47000">
                  <a:schemeClr val="accent2">
                    <a:lumMod val="75000"/>
                  </a:schemeClr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7" name="椭圆 376">
              <a:extLst>
                <a:ext uri="{FF2B5EF4-FFF2-40B4-BE49-F238E27FC236}">
                  <a16:creationId xmlns:a16="http://schemas.microsoft.com/office/drawing/2014/main" id="{EE0F50A5-1953-5C84-1A12-E299094D7C02}"/>
                </a:ext>
              </a:extLst>
            </p:cNvPr>
            <p:cNvSpPr/>
            <p:nvPr/>
          </p:nvSpPr>
          <p:spPr>
            <a:xfrm>
              <a:off x="16182890" y="-3352150"/>
              <a:ext cx="929273" cy="883250"/>
            </a:xfrm>
            <a:prstGeom prst="ellipse">
              <a:avLst/>
            </a:prstGeom>
            <a:gradFill>
              <a:gsLst>
                <a:gs pos="0">
                  <a:schemeClr val="tx1">
                    <a:lumMod val="50000"/>
                    <a:lumOff val="50000"/>
                  </a:schemeClr>
                </a:gs>
                <a:gs pos="62000">
                  <a:schemeClr val="accent3">
                    <a:lumMod val="60000"/>
                    <a:lumOff val="40000"/>
                  </a:schemeClr>
                </a:gs>
                <a:gs pos="100000">
                  <a:schemeClr val="tx2">
                    <a:lumMod val="75000"/>
                    <a:lumOff val="25000"/>
                  </a:schemeClr>
                </a:gs>
              </a:gsLst>
              <a:lin ang="5400000" scaled="1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387" name="直接箭头连接符 386">
              <a:extLst>
                <a:ext uri="{FF2B5EF4-FFF2-40B4-BE49-F238E27FC236}">
                  <a16:creationId xmlns:a16="http://schemas.microsoft.com/office/drawing/2014/main" id="{FA653897-E739-CC13-8952-6580D4EDC4A2}"/>
                </a:ext>
              </a:extLst>
            </p:cNvPr>
            <p:cNvCxnSpPr>
              <a:cxnSpLocks/>
              <a:stCxn id="373" idx="4"/>
              <a:endCxn id="265" idx="0"/>
            </p:cNvCxnSpPr>
            <p:nvPr/>
          </p:nvCxnSpPr>
          <p:spPr>
            <a:xfrm flipH="1">
              <a:off x="10952168" y="-1210581"/>
              <a:ext cx="1836333" cy="3180822"/>
            </a:xfrm>
            <a:prstGeom prst="straightConnector1">
              <a:avLst/>
            </a:prstGeom>
            <a:ln w="28575">
              <a:solidFill>
                <a:srgbClr val="104862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直接箭头连接符 389">
              <a:extLst>
                <a:ext uri="{FF2B5EF4-FFF2-40B4-BE49-F238E27FC236}">
                  <a16:creationId xmlns:a16="http://schemas.microsoft.com/office/drawing/2014/main" id="{2B8FF6CD-701E-A067-C02B-CE5E6DF3424D}"/>
                </a:ext>
              </a:extLst>
            </p:cNvPr>
            <p:cNvCxnSpPr>
              <a:cxnSpLocks/>
              <a:stCxn id="374" idx="4"/>
              <a:endCxn id="261" idx="0"/>
            </p:cNvCxnSpPr>
            <p:nvPr/>
          </p:nvCxnSpPr>
          <p:spPr>
            <a:xfrm flipH="1">
              <a:off x="11889532" y="-2781176"/>
              <a:ext cx="2235544" cy="5103289"/>
            </a:xfrm>
            <a:prstGeom prst="straightConnector1">
              <a:avLst/>
            </a:prstGeom>
            <a:ln w="28575">
              <a:solidFill>
                <a:srgbClr val="104862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直接箭头连接符 392">
              <a:extLst>
                <a:ext uri="{FF2B5EF4-FFF2-40B4-BE49-F238E27FC236}">
                  <a16:creationId xmlns:a16="http://schemas.microsoft.com/office/drawing/2014/main" id="{9D7928A3-2CB2-2983-45A9-1184F9144727}"/>
                </a:ext>
              </a:extLst>
            </p:cNvPr>
            <p:cNvCxnSpPr>
              <a:cxnSpLocks/>
              <a:stCxn id="377" idx="3"/>
            </p:cNvCxnSpPr>
            <p:nvPr/>
          </p:nvCxnSpPr>
          <p:spPr>
            <a:xfrm flipH="1">
              <a:off x="13077471" y="-2598249"/>
              <a:ext cx="3241508" cy="6210044"/>
            </a:xfrm>
            <a:prstGeom prst="straightConnector1">
              <a:avLst/>
            </a:prstGeom>
            <a:ln w="28575">
              <a:solidFill>
                <a:srgbClr val="104862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直接箭头连接符 396">
              <a:extLst>
                <a:ext uri="{FF2B5EF4-FFF2-40B4-BE49-F238E27FC236}">
                  <a16:creationId xmlns:a16="http://schemas.microsoft.com/office/drawing/2014/main" id="{2F1EE784-2B99-3420-4579-3E6EBAD4206D}"/>
                </a:ext>
              </a:extLst>
            </p:cNvPr>
            <p:cNvCxnSpPr>
              <a:cxnSpLocks/>
              <a:stCxn id="375" idx="4"/>
              <a:endCxn id="283" idx="0"/>
            </p:cNvCxnSpPr>
            <p:nvPr/>
          </p:nvCxnSpPr>
          <p:spPr>
            <a:xfrm flipH="1">
              <a:off x="13571052" y="-1897215"/>
              <a:ext cx="1869069" cy="5048811"/>
            </a:xfrm>
            <a:prstGeom prst="straightConnector1">
              <a:avLst/>
            </a:prstGeom>
            <a:ln w="28575">
              <a:solidFill>
                <a:srgbClr val="595959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直接箭头连接符 399">
              <a:extLst>
                <a:ext uri="{FF2B5EF4-FFF2-40B4-BE49-F238E27FC236}">
                  <a16:creationId xmlns:a16="http://schemas.microsoft.com/office/drawing/2014/main" id="{EE809700-6BB9-5A44-0250-8D699F00592D}"/>
                </a:ext>
              </a:extLst>
            </p:cNvPr>
            <p:cNvCxnSpPr>
              <a:cxnSpLocks/>
              <a:stCxn id="377" idx="4"/>
              <a:endCxn id="286" idx="0"/>
            </p:cNvCxnSpPr>
            <p:nvPr/>
          </p:nvCxnSpPr>
          <p:spPr>
            <a:xfrm flipH="1">
              <a:off x="13571052" y="-2468900"/>
              <a:ext cx="3076475" cy="6689700"/>
            </a:xfrm>
            <a:prstGeom prst="straightConnector1">
              <a:avLst/>
            </a:prstGeom>
            <a:ln w="28575">
              <a:solidFill>
                <a:srgbClr val="595959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直接箭头连接符 403">
              <a:extLst>
                <a:ext uri="{FF2B5EF4-FFF2-40B4-BE49-F238E27FC236}">
                  <a16:creationId xmlns:a16="http://schemas.microsoft.com/office/drawing/2014/main" id="{2ECEFC92-16C0-7ADD-6CB5-74B9AD9AFDE2}"/>
                </a:ext>
              </a:extLst>
            </p:cNvPr>
            <p:cNvCxnSpPr>
              <a:cxnSpLocks/>
              <a:stCxn id="376" idx="3"/>
              <a:endCxn id="297" idx="0"/>
            </p:cNvCxnSpPr>
            <p:nvPr/>
          </p:nvCxnSpPr>
          <p:spPr>
            <a:xfrm flipH="1">
              <a:off x="14484743" y="-1143314"/>
              <a:ext cx="2822025" cy="5162158"/>
            </a:xfrm>
            <a:prstGeom prst="straightConnector1">
              <a:avLst/>
            </a:prstGeom>
            <a:ln w="28575">
              <a:solidFill>
                <a:srgbClr val="C04F15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直接箭头连接符 406">
              <a:extLst>
                <a:ext uri="{FF2B5EF4-FFF2-40B4-BE49-F238E27FC236}">
                  <a16:creationId xmlns:a16="http://schemas.microsoft.com/office/drawing/2014/main" id="{B3183015-79DC-A1AC-83F9-AA2ADEF387E7}"/>
                </a:ext>
              </a:extLst>
            </p:cNvPr>
            <p:cNvCxnSpPr>
              <a:cxnSpLocks/>
              <a:stCxn id="373" idx="5"/>
              <a:endCxn id="274" idx="0"/>
            </p:cNvCxnSpPr>
            <p:nvPr/>
          </p:nvCxnSpPr>
          <p:spPr>
            <a:xfrm flipH="1">
              <a:off x="13099482" y="-1339930"/>
              <a:ext cx="17566" cy="3119359"/>
            </a:xfrm>
            <a:prstGeom prst="straightConnector1">
              <a:avLst/>
            </a:prstGeom>
            <a:ln w="28575">
              <a:solidFill>
                <a:srgbClr val="13501B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直接箭头连接符 409">
              <a:extLst>
                <a:ext uri="{FF2B5EF4-FFF2-40B4-BE49-F238E27FC236}">
                  <a16:creationId xmlns:a16="http://schemas.microsoft.com/office/drawing/2014/main" id="{1D85BC39-D083-7855-25FD-4FF23B1F57F0}"/>
                </a:ext>
              </a:extLst>
            </p:cNvPr>
            <p:cNvCxnSpPr>
              <a:cxnSpLocks/>
              <a:stCxn id="374" idx="5"/>
              <a:endCxn id="269" idx="0"/>
            </p:cNvCxnSpPr>
            <p:nvPr/>
          </p:nvCxnSpPr>
          <p:spPr>
            <a:xfrm flipH="1">
              <a:off x="13426018" y="-2910525"/>
              <a:ext cx="1027605" cy="5209245"/>
            </a:xfrm>
            <a:prstGeom prst="straightConnector1">
              <a:avLst/>
            </a:prstGeom>
            <a:ln w="28575">
              <a:solidFill>
                <a:srgbClr val="13501B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直接箭头连接符 412">
              <a:extLst>
                <a:ext uri="{FF2B5EF4-FFF2-40B4-BE49-F238E27FC236}">
                  <a16:creationId xmlns:a16="http://schemas.microsoft.com/office/drawing/2014/main" id="{7006AA12-CF3F-AAC0-B76B-43D4988BD737}"/>
                </a:ext>
              </a:extLst>
            </p:cNvPr>
            <p:cNvCxnSpPr>
              <a:cxnSpLocks/>
              <a:stCxn id="375" idx="5"/>
              <a:endCxn id="299" idx="0"/>
            </p:cNvCxnSpPr>
            <p:nvPr/>
          </p:nvCxnSpPr>
          <p:spPr>
            <a:xfrm flipH="1">
              <a:off x="14399487" y="-2026564"/>
              <a:ext cx="1369181" cy="3628577"/>
            </a:xfrm>
            <a:prstGeom prst="straightConnector1">
              <a:avLst/>
            </a:prstGeom>
            <a:ln w="28575">
              <a:solidFill>
                <a:srgbClr val="13501B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直接箭头连接符 415">
              <a:extLst>
                <a:ext uri="{FF2B5EF4-FFF2-40B4-BE49-F238E27FC236}">
                  <a16:creationId xmlns:a16="http://schemas.microsoft.com/office/drawing/2014/main" id="{AD48F859-3986-A754-3A77-9F2A7C63C51B}"/>
                </a:ext>
              </a:extLst>
            </p:cNvPr>
            <p:cNvCxnSpPr>
              <a:cxnSpLocks/>
              <a:stCxn id="377" idx="5"/>
              <a:endCxn id="349" idx="0"/>
            </p:cNvCxnSpPr>
            <p:nvPr/>
          </p:nvCxnSpPr>
          <p:spPr>
            <a:xfrm flipH="1">
              <a:off x="15472205" y="-2598249"/>
              <a:ext cx="1503869" cy="6168278"/>
            </a:xfrm>
            <a:prstGeom prst="straightConnector1">
              <a:avLst/>
            </a:prstGeom>
            <a:ln w="28575">
              <a:solidFill>
                <a:srgbClr val="595959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直接箭头连接符 418">
              <a:extLst>
                <a:ext uri="{FF2B5EF4-FFF2-40B4-BE49-F238E27FC236}">
                  <a16:creationId xmlns:a16="http://schemas.microsoft.com/office/drawing/2014/main" id="{F59BCD0D-11EE-2F38-15AA-2C4BC7D1B73D}"/>
                </a:ext>
              </a:extLst>
            </p:cNvPr>
            <p:cNvCxnSpPr>
              <a:cxnSpLocks/>
              <a:stCxn id="376" idx="4"/>
              <a:endCxn id="335" idx="0"/>
            </p:cNvCxnSpPr>
            <p:nvPr/>
          </p:nvCxnSpPr>
          <p:spPr>
            <a:xfrm flipH="1">
              <a:off x="15957670" y="-1013965"/>
              <a:ext cx="1677646" cy="4339465"/>
            </a:xfrm>
            <a:prstGeom prst="straightConnector1">
              <a:avLst/>
            </a:prstGeom>
            <a:ln w="28575">
              <a:solidFill>
                <a:srgbClr val="C04F15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直接箭头连接符 421">
              <a:extLst>
                <a:ext uri="{FF2B5EF4-FFF2-40B4-BE49-F238E27FC236}">
                  <a16:creationId xmlns:a16="http://schemas.microsoft.com/office/drawing/2014/main" id="{98CC644E-1E40-9972-218C-3B00D993F368}"/>
                </a:ext>
              </a:extLst>
            </p:cNvPr>
            <p:cNvCxnSpPr>
              <a:cxnSpLocks/>
              <a:stCxn id="376" idx="5"/>
              <a:endCxn id="327" idx="0"/>
            </p:cNvCxnSpPr>
            <p:nvPr/>
          </p:nvCxnSpPr>
          <p:spPr>
            <a:xfrm flipH="1">
              <a:off x="17414780" y="-1143314"/>
              <a:ext cx="549083" cy="2067228"/>
            </a:xfrm>
            <a:prstGeom prst="straightConnector1">
              <a:avLst/>
            </a:prstGeom>
            <a:ln w="28575">
              <a:solidFill>
                <a:srgbClr val="C04F15"/>
              </a:solidFill>
              <a:prstDash val="dash"/>
              <a:tailEnd type="stealth" w="lg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8" name="矩形: 圆角 427">
              <a:extLst>
                <a:ext uri="{FF2B5EF4-FFF2-40B4-BE49-F238E27FC236}">
                  <a16:creationId xmlns:a16="http://schemas.microsoft.com/office/drawing/2014/main" id="{89520256-4130-7221-F3F1-7F5DD174D974}"/>
                </a:ext>
              </a:extLst>
            </p:cNvPr>
            <p:cNvSpPr/>
            <p:nvPr/>
          </p:nvSpPr>
          <p:spPr>
            <a:xfrm>
              <a:off x="9688510" y="-3239311"/>
              <a:ext cx="1827025" cy="2233589"/>
            </a:xfrm>
            <a:prstGeom prst="roundRect">
              <a:avLst>
                <a:gd name="adj" fmla="val 9161"/>
              </a:avLst>
            </a:prstGeom>
            <a:solidFill>
              <a:schemeClr val="accent6">
                <a:lumMod val="20000"/>
                <a:lumOff val="80000"/>
                <a:alpha val="49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1" name="文本框 430">
              <a:extLst>
                <a:ext uri="{FF2B5EF4-FFF2-40B4-BE49-F238E27FC236}">
                  <a16:creationId xmlns:a16="http://schemas.microsoft.com/office/drawing/2014/main" id="{97ACD191-72B1-31E2-D57A-E84B7FE420A8}"/>
                </a:ext>
              </a:extLst>
            </p:cNvPr>
            <p:cNvSpPr txBox="1"/>
            <p:nvPr/>
          </p:nvSpPr>
          <p:spPr>
            <a:xfrm rot="16200000">
              <a:off x="9579661" y="-2848355"/>
              <a:ext cx="2023069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Global </a:t>
              </a:r>
              <a:r>
                <a:rPr lang="en-US" altLang="zh-CN" sz="28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SuperToken</a:t>
              </a:r>
              <a:r>
                <a:rPr lang="en-US" altLang="zh-CN" sz="2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SSM Block</a:t>
              </a:r>
              <a:endPara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0" name="箭头: 右 489">
              <a:extLst>
                <a:ext uri="{FF2B5EF4-FFF2-40B4-BE49-F238E27FC236}">
                  <a16:creationId xmlns:a16="http://schemas.microsoft.com/office/drawing/2014/main" id="{3479F217-577B-3393-F4DC-DA5CC43BF9F6}"/>
                </a:ext>
              </a:extLst>
            </p:cNvPr>
            <p:cNvSpPr/>
            <p:nvPr/>
          </p:nvSpPr>
          <p:spPr>
            <a:xfrm>
              <a:off x="9058261" y="-2097796"/>
              <a:ext cx="603995" cy="317500"/>
            </a:xfrm>
            <a:prstGeom prst="rightArrow">
              <a:avLst>
                <a:gd name="adj1" fmla="val 50000"/>
                <a:gd name="adj2" fmla="val 46000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1" name="箭头: 右 490">
              <a:extLst>
                <a:ext uri="{FF2B5EF4-FFF2-40B4-BE49-F238E27FC236}">
                  <a16:creationId xmlns:a16="http://schemas.microsoft.com/office/drawing/2014/main" id="{F1357099-361E-F26D-0068-8D2FD7BF8428}"/>
                </a:ext>
              </a:extLst>
            </p:cNvPr>
            <p:cNvSpPr/>
            <p:nvPr/>
          </p:nvSpPr>
          <p:spPr>
            <a:xfrm>
              <a:off x="11588005" y="-2125659"/>
              <a:ext cx="603995" cy="317500"/>
            </a:xfrm>
            <a:prstGeom prst="rightArrow">
              <a:avLst>
                <a:gd name="adj1" fmla="val 50000"/>
                <a:gd name="adj2" fmla="val 46000"/>
              </a:avLst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6" name="文本框 495">
              <a:extLst>
                <a:ext uri="{FF2B5EF4-FFF2-40B4-BE49-F238E27FC236}">
                  <a16:creationId xmlns:a16="http://schemas.microsoft.com/office/drawing/2014/main" id="{891D6E73-1C23-ECB4-18C7-C5FCCBE68641}"/>
                </a:ext>
              </a:extLst>
            </p:cNvPr>
            <p:cNvSpPr txBox="1"/>
            <p:nvPr/>
          </p:nvSpPr>
          <p:spPr>
            <a:xfrm>
              <a:off x="2784674" y="-2911461"/>
              <a:ext cx="13045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SuperToken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97" name="文本框 496">
              <a:extLst>
                <a:ext uri="{FF2B5EF4-FFF2-40B4-BE49-F238E27FC236}">
                  <a16:creationId xmlns:a16="http://schemas.microsoft.com/office/drawing/2014/main" id="{ED96870C-CC51-2CEE-F2F7-D200A7F51ADA}"/>
                </a:ext>
              </a:extLst>
            </p:cNvPr>
            <p:cNvSpPr txBox="1"/>
            <p:nvPr/>
          </p:nvSpPr>
          <p:spPr>
            <a:xfrm>
              <a:off x="9758823" y="-1005722"/>
              <a:ext cx="1618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SSM(A, B, C, </a:t>
              </a:r>
              <a:r>
                <a:rPr lang="el-GR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Δ)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1" name="文本框 500">
              <a:extLst>
                <a:ext uri="{FF2B5EF4-FFF2-40B4-BE49-F238E27FC236}">
                  <a16:creationId xmlns:a16="http://schemas.microsoft.com/office/drawing/2014/main" id="{37BCB646-03F6-B9CF-4477-424DC9B564DE}"/>
                </a:ext>
              </a:extLst>
            </p:cNvPr>
            <p:cNvSpPr txBox="1"/>
            <p:nvPr/>
          </p:nvSpPr>
          <p:spPr>
            <a:xfrm>
              <a:off x="1081755" y="1228947"/>
              <a:ext cx="13597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Pixel Tokens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06" name="文本框 505">
              <a:extLst>
                <a:ext uri="{FF2B5EF4-FFF2-40B4-BE49-F238E27FC236}">
                  <a16:creationId xmlns:a16="http://schemas.microsoft.com/office/drawing/2014/main" id="{FAB0CB0B-D88F-F587-7994-1E6A17921500}"/>
                </a:ext>
              </a:extLst>
            </p:cNvPr>
            <p:cNvSpPr txBox="1"/>
            <p:nvPr/>
          </p:nvSpPr>
          <p:spPr>
            <a:xfrm>
              <a:off x="17053732" y="-2864940"/>
              <a:ext cx="1304595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Updated </a:t>
              </a:r>
              <a:r>
                <a:rPr lang="en-US" altLang="zh-CN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SuperToken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8" name="文本框 507">
                  <a:extLst>
                    <a:ext uri="{FF2B5EF4-FFF2-40B4-BE49-F238E27FC236}">
                      <a16:creationId xmlns:a16="http://schemas.microsoft.com/office/drawing/2014/main" id="{98B9BBCC-EBE0-FA10-96D5-9FC21ACA6FD2}"/>
                    </a:ext>
                  </a:extLst>
                </p:cNvPr>
                <p:cNvSpPr txBox="1"/>
                <p:nvPr/>
              </p:nvSpPr>
              <p:spPr>
                <a:xfrm>
                  <a:off x="2474512" y="-2628351"/>
                  <a:ext cx="2008861" cy="70904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>
                                <a:latin typeface="Cambria Math" panose="02040503050406030204" pitchFamily="18" charset="0"/>
                              </a:rPr>
                              <m:t>𝒯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ST</m:t>
                            </m:r>
                          </m:sub>
                        </m:sSub>
                        <m:r>
                          <a:rPr lang="zh-CN" altLang="en-US" b="0" i="0">
                            <a:latin typeface="Cambria Math" panose="02040503050406030204" pitchFamily="18" charset="0"/>
                          </a:rPr>
                          <m:t>=</m:t>
                        </m:r>
                        <m:sSubSup>
                          <m:sSubSupPr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d>
                              <m:dPr>
                                <m:begChr m:val="{"/>
                                <m:endChr m:val="}"/>
                                <m:ctrlP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b="0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zh-CN" altLang="en-US" b="0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  <m:sub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zh-CN" altLang="en-US" b="0" i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CN" altLang="en-US" b="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p>
                        </m:sSubSup>
                      </m:oMath>
                    </m:oMathPara>
                  </a14:m>
                  <a:endParaRPr lang="en-US" altLang="zh-CN" b="0" i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|"/>
                            <m:endChr m:val="|"/>
                            <m:ctrlPr>
                              <a:rPr lang="zh-CN" altLang="en-US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b="0" i="0">
                                    <a:latin typeface="Cambria Math" panose="02040503050406030204" pitchFamily="18" charset="0"/>
                                  </a:rPr>
                                  <m:t>𝒯</m:t>
                                </m:r>
                              </m:e>
                              <m:sub>
                                <m:r>
                                  <m:rPr>
                                    <m:nor/>
                                  </m:rPr>
                                  <a:rPr lang="zh-CN" altLang="en-US" b="0" i="1">
                                    <a:latin typeface="Cambria Math" panose="02040503050406030204" pitchFamily="18" charset="0"/>
                                  </a:rPr>
                                  <m:t>ST</m:t>
                                </m:r>
                              </m:sub>
                            </m:sSub>
                          </m:e>
                        </m:d>
                        <m:r>
                          <a:rPr lang="zh-CN" altLang="en-US" b="0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b="0" i="1">
                            <a:latin typeface="Cambria Math" panose="02040503050406030204" pitchFamily="18" charset="0"/>
                          </a:rPr>
                          <m:t>𝐾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08" name="文本框 507">
                  <a:extLst>
                    <a:ext uri="{FF2B5EF4-FFF2-40B4-BE49-F238E27FC236}">
                      <a16:creationId xmlns:a16="http://schemas.microsoft.com/office/drawing/2014/main" id="{98B9BBCC-EBE0-FA10-96D5-9FC21ACA6F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4512" y="-2628351"/>
                  <a:ext cx="2008861" cy="709040"/>
                </a:xfrm>
                <a:prstGeom prst="rect">
                  <a:avLst/>
                </a:prstGeom>
                <a:blipFill>
                  <a:blip r:embed="rId4"/>
                  <a:stretch>
                    <a:fillRect b="-34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9" name="文本框 508">
              <a:extLst>
                <a:ext uri="{FF2B5EF4-FFF2-40B4-BE49-F238E27FC236}">
                  <a16:creationId xmlns:a16="http://schemas.microsoft.com/office/drawing/2014/main" id="{12DAF635-D5E2-FE9F-7B82-5C7F4F29459A}"/>
                </a:ext>
              </a:extLst>
            </p:cNvPr>
            <p:cNvSpPr txBox="1"/>
            <p:nvPr/>
          </p:nvSpPr>
          <p:spPr>
            <a:xfrm>
              <a:off x="585761" y="2157820"/>
              <a:ext cx="153875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Infrtad</a:t>
              </a:r>
              <a:r>
                <a:rPr lang="en-US" altLang="zh-CN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Image</a:t>
              </a:r>
              <a:endParaRPr lang="zh-CN" altLang="en-US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3" name="文本框 512">
                  <a:extLst>
                    <a:ext uri="{FF2B5EF4-FFF2-40B4-BE49-F238E27FC236}">
                      <a16:creationId xmlns:a16="http://schemas.microsoft.com/office/drawing/2014/main" id="{502412F6-3189-F7BF-A3C5-F8014FCAC156}"/>
                    </a:ext>
                  </a:extLst>
                </p:cNvPr>
                <p:cNvSpPr txBox="1"/>
                <p:nvPr/>
              </p:nvSpPr>
              <p:spPr>
                <a:xfrm>
                  <a:off x="654247" y="1550728"/>
                  <a:ext cx="1548786" cy="64722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oMath>
                    </m:oMathPara>
                  </a14:m>
                  <a:endParaRPr lang="en-US" altLang="zh-CN" i="0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13" name="文本框 512">
                  <a:extLst>
                    <a:ext uri="{FF2B5EF4-FFF2-40B4-BE49-F238E27FC236}">
                      <a16:creationId xmlns:a16="http://schemas.microsoft.com/office/drawing/2014/main" id="{502412F6-3189-F7BF-A3C5-F8014FCAC1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247" y="1550728"/>
                  <a:ext cx="1548786" cy="64722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5" name="文本框 514">
                  <a:extLst>
                    <a:ext uri="{FF2B5EF4-FFF2-40B4-BE49-F238E27FC236}">
                      <a16:creationId xmlns:a16="http://schemas.microsoft.com/office/drawing/2014/main" id="{FF6DD949-1AA7-A989-05D2-C2F83D6F967D}"/>
                    </a:ext>
                  </a:extLst>
                </p:cNvPr>
                <p:cNvSpPr txBox="1"/>
                <p:nvPr/>
              </p:nvSpPr>
              <p:spPr>
                <a:xfrm>
                  <a:off x="4986858" y="-4130760"/>
                  <a:ext cx="153311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defRPr i="1"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/>
                          <m:t>𝑆</m:t>
                        </m:r>
                        <m:r>
                          <a:rPr lang="zh-CN" altLang="en-US"/>
                          <m:t>∈</m:t>
                        </m:r>
                        <m:sSup>
                          <m:sSupPr>
                            <m:ctrlPr>
                              <a:rPr lang="zh-CN" altLang="en-US"/>
                            </m:ctrlPr>
                          </m:sSupPr>
                          <m:e>
                            <m:r>
                              <a:rPr lang="zh-CN" altLang="en-US"/>
                              <m:t>ℝ</m:t>
                            </m:r>
                          </m:e>
                          <m:sup>
                            <m:r>
                              <a:rPr lang="zh-CN" altLang="en-US"/>
                              <m:t>𝐵</m:t>
                            </m:r>
                            <m:r>
                              <a:rPr lang="zh-CN" altLang="en-US"/>
                              <m:t>×</m:t>
                            </m:r>
                            <m:r>
                              <a:rPr lang="zh-CN" altLang="en-US"/>
                              <m:t>𝑁</m:t>
                            </m:r>
                            <m:r>
                              <a:rPr lang="zh-CN" altLang="en-US"/>
                              <m:t>×</m:t>
                            </m:r>
                            <m:sSub>
                              <m:sSubPr>
                                <m:ctrlPr>
                                  <a:rPr lang="zh-CN" altLang="en-US"/>
                                </m:ctrlPr>
                              </m:sSubPr>
                              <m:e>
                                <m:r>
                                  <a:rPr lang="zh-CN" altLang="en-US"/>
                                  <m:t>𝐾</m:t>
                                </m:r>
                              </m:e>
                              <m:sub>
                                <m:r>
                                  <a:rPr lang="zh-CN" altLang="en-US"/>
                                  <m:t>𝑠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15" name="文本框 514">
                  <a:extLst>
                    <a:ext uri="{FF2B5EF4-FFF2-40B4-BE49-F238E27FC236}">
                      <a16:creationId xmlns:a16="http://schemas.microsoft.com/office/drawing/2014/main" id="{FF6DD949-1AA7-A989-05D2-C2F83D6F9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6858" y="-4130760"/>
                  <a:ext cx="15331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7" name="文本框 516">
                  <a:extLst>
                    <a:ext uri="{FF2B5EF4-FFF2-40B4-BE49-F238E27FC236}">
                      <a16:creationId xmlns:a16="http://schemas.microsoft.com/office/drawing/2014/main" id="{0553BEC2-69B2-FF9D-A809-E54E22A3B0A1}"/>
                    </a:ext>
                  </a:extLst>
                </p:cNvPr>
                <p:cNvSpPr txBox="1"/>
                <p:nvPr/>
              </p:nvSpPr>
              <p:spPr>
                <a:xfrm>
                  <a:off x="4895069" y="-3819101"/>
                  <a:ext cx="15590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defRPr i="1"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/>
                            </m:ctrlPr>
                          </m:sSubPr>
                          <m:e>
                            <m:r>
                              <a:rPr lang="zh-CN" altLang="en-US"/>
                              <m:t>𝐾</m:t>
                            </m:r>
                          </m:e>
                          <m:sub>
                            <m:r>
                              <a:rPr lang="zh-CN" altLang="en-US"/>
                              <m:t>𝑠</m:t>
                            </m:r>
                          </m:sub>
                        </m:sSub>
                        <m:r>
                          <a:rPr lang="zh-CN" altLang="en-US"/>
                          <m:t>≪</m:t>
                        </m:r>
                        <m:r>
                          <a:rPr lang="zh-CN" altLang="en-US"/>
                          <m:t>𝑁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17" name="文本框 516">
                  <a:extLst>
                    <a:ext uri="{FF2B5EF4-FFF2-40B4-BE49-F238E27FC236}">
                      <a16:creationId xmlns:a16="http://schemas.microsoft.com/office/drawing/2014/main" id="{0553BEC2-69B2-FF9D-A809-E54E22A3B0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95069" y="-3819101"/>
                  <a:ext cx="155901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9" name="文本框 518">
                  <a:extLst>
                    <a:ext uri="{FF2B5EF4-FFF2-40B4-BE49-F238E27FC236}">
                      <a16:creationId xmlns:a16="http://schemas.microsoft.com/office/drawing/2014/main" id="{9D9249EA-4C0C-6DD7-FABB-F6E7828ACB0B}"/>
                    </a:ext>
                  </a:extLst>
                </p:cNvPr>
                <p:cNvSpPr txBox="1"/>
                <p:nvPr/>
              </p:nvSpPr>
              <p:spPr>
                <a:xfrm>
                  <a:off x="14817142" y="-4096452"/>
                  <a:ext cx="153311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zh-CN" altLang="en-US" i="0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zh-CN" alt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zh-CN" altLang="en-US" i="0">
                                <a:latin typeface="Cambria Math" panose="02040503050406030204" pitchFamily="18" charset="0"/>
                              </a:rPr>
                              <m:t>×</m:t>
                            </m:r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19" name="文本框 518">
                  <a:extLst>
                    <a:ext uri="{FF2B5EF4-FFF2-40B4-BE49-F238E27FC236}">
                      <a16:creationId xmlns:a16="http://schemas.microsoft.com/office/drawing/2014/main" id="{9D9249EA-4C0C-6DD7-FABB-F6E7828ACB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17142" y="-4096452"/>
                  <a:ext cx="1533116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0" name="文本框 519">
                  <a:extLst>
                    <a:ext uri="{FF2B5EF4-FFF2-40B4-BE49-F238E27FC236}">
                      <a16:creationId xmlns:a16="http://schemas.microsoft.com/office/drawing/2014/main" id="{618EBF32-5D7A-82D8-5DAC-8DE6F985A044}"/>
                    </a:ext>
                  </a:extLst>
                </p:cNvPr>
                <p:cNvSpPr txBox="1"/>
                <p:nvPr/>
              </p:nvSpPr>
              <p:spPr>
                <a:xfrm>
                  <a:off x="14738543" y="-3795284"/>
                  <a:ext cx="15590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>
                  <a:defPPr>
                    <a:defRPr lang="zh-CN"/>
                  </a:defPPr>
                  <a:lvl1pPr>
                    <a:defRPr i="1"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/>
                            </m:ctrlPr>
                          </m:sSubPr>
                          <m:e>
                            <m:r>
                              <a:rPr lang="zh-CN" altLang="en-US"/>
                              <m:t>𝐾</m:t>
                            </m:r>
                          </m:e>
                          <m:sub>
                            <m:r>
                              <a:rPr lang="zh-CN" altLang="en-US"/>
                              <m:t>𝑠</m:t>
                            </m:r>
                          </m:sub>
                        </m:sSub>
                        <m:r>
                          <a:rPr lang="zh-CN" altLang="en-US"/>
                          <m:t>≪</m:t>
                        </m:r>
                        <m:r>
                          <a:rPr lang="zh-CN" altLang="en-US"/>
                          <m:t>𝑁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20" name="文本框 519">
                  <a:extLst>
                    <a:ext uri="{FF2B5EF4-FFF2-40B4-BE49-F238E27FC236}">
                      <a16:creationId xmlns:a16="http://schemas.microsoft.com/office/drawing/2014/main" id="{618EBF32-5D7A-82D8-5DAC-8DE6F985A0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38543" y="-3795284"/>
                  <a:ext cx="1559015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1" name="文本框 520">
              <a:extLst>
                <a:ext uri="{FF2B5EF4-FFF2-40B4-BE49-F238E27FC236}">
                  <a16:creationId xmlns:a16="http://schemas.microsoft.com/office/drawing/2014/main" id="{5CD2E829-1A49-023F-8DED-9B2FD027892D}"/>
                </a:ext>
              </a:extLst>
            </p:cNvPr>
            <p:cNvSpPr txBox="1"/>
            <p:nvPr/>
          </p:nvSpPr>
          <p:spPr>
            <a:xfrm>
              <a:off x="835003" y="-393962"/>
              <a:ext cx="22226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Pixel-to-</a:t>
              </a:r>
              <a:r>
                <a:rPr lang="en-US" altLang="zh-CN" dirty="0" err="1">
                  <a:solidFill>
                    <a:schemeClr val="tx2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SuperToken</a:t>
              </a:r>
              <a:endParaRPr lang="en-US" altLang="zh-CN" dirty="0">
                <a:solidFill>
                  <a:schemeClr val="tx2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zh-CN" altLang="en-US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en-US" altLang="zh-CN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Semantic Routing</a:t>
              </a:r>
              <a:r>
                <a:rPr lang="zh-CN" altLang="en-US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522" name="文本框 521">
              <a:extLst>
                <a:ext uri="{FF2B5EF4-FFF2-40B4-BE49-F238E27FC236}">
                  <a16:creationId xmlns:a16="http://schemas.microsoft.com/office/drawing/2014/main" id="{7A0EB6FD-39E1-F828-3464-E5134362DC9F}"/>
                </a:ext>
              </a:extLst>
            </p:cNvPr>
            <p:cNvSpPr txBox="1"/>
            <p:nvPr/>
          </p:nvSpPr>
          <p:spPr>
            <a:xfrm>
              <a:off x="9549758" y="-587137"/>
              <a:ext cx="25195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SuperToken-to-Pixel</a:t>
              </a:r>
              <a:br>
                <a:rPr lang="zh-CN" altLang="zh-CN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zh-CN" altLang="en-US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（</a:t>
              </a:r>
              <a:r>
                <a:rPr lang="zh-CN" altLang="zh-CN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Context Broadcasting</a:t>
              </a:r>
              <a:r>
                <a:rPr lang="zh-CN" altLang="en-US" dirty="0">
                  <a:solidFill>
                    <a:schemeClr val="tx2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6527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86</Words>
  <Application>Microsoft Office PowerPoint</Application>
  <PresentationFormat>宽屏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东明 王</dc:creator>
  <cp:lastModifiedBy>东明 王</cp:lastModifiedBy>
  <cp:revision>2</cp:revision>
  <dcterms:created xsi:type="dcterms:W3CDTF">2026-06-25T10:36:23Z</dcterms:created>
  <dcterms:modified xsi:type="dcterms:W3CDTF">2026-06-25T12:55:01Z</dcterms:modified>
</cp:coreProperties>
</file>