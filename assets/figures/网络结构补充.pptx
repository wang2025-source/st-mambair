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93F6"/>
    <a:srgbClr val="215F9A"/>
    <a:srgbClr val="EDFA9C"/>
    <a:srgbClr val="FBE3D6"/>
    <a:srgbClr val="ECF4FB"/>
    <a:srgbClr val="D2F9C3"/>
    <a:srgbClr val="F1EF8F"/>
    <a:srgbClr val="DAE3A7"/>
    <a:srgbClr val="FB8571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85134-E7B2-A970-C85F-C9E51D669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A815F5-B68B-4DFA-0186-B3D50F61E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3DCE62-AC98-806F-3061-374977A7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2C16F-DF71-A157-C050-2799B776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EED78-5B19-4C3E-12EA-CF6BDA74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79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26CBD-BFD9-C607-04B4-AAFA5849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C51D2-DEF7-8067-2B7B-F23DB58A9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EDE84A-4A42-6352-F84F-12A1E6EB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7A873-06F6-A463-1908-92C71011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FF7221-91AB-013F-16B7-8CC82105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84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58762-0F4D-09F9-1A10-0CFF587A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AD3047-8BB1-D9C4-C18A-0AA7EE74B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24B5BA-0FFB-0243-E45B-118ED4A1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C7B8AD-48AB-F26A-651C-9ECE9B090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F333A-F93F-1D76-51D2-315558B9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6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BA6BA-28CD-B650-D474-0762EA57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49A8E6-C528-398F-A238-336CBE4AE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A5ABE2-C631-A731-8C54-97469745B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A5C878-8B9D-B50D-5999-5B02B33C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86437E-6A89-659B-55FF-B702F606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48438E-A11D-5FA5-65DB-ACF40AF3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83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B3A74-A24D-3843-EDE8-8B9339A5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CF5CF6-2E0F-85FC-0F7F-EF11C72C9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2731FE-6E0C-CBFC-6231-30BA60109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28C41F-5F87-AA1E-F09A-5DC0CC77A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D0AD0D-DED1-B87A-E6A7-1A3B6F9E8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107454-8643-62D5-931C-EB5C074C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D4F3942-D81D-59FA-A1C9-00E7C0C3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1CE0A1-B646-90DD-3ECE-CDE8C5A6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132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53A33-2DFC-AE0D-FB8A-338B10F2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3E1A0B-24EA-6AEF-CAFB-68567A72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788549-1FFA-0A9C-CC81-EE14EB1F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5EF40D-CB11-F6E2-D48C-3A0C2A5D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5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600E2B-520B-3331-9A43-77C42FF5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37907C-42DE-A88F-CD0B-3C3F911D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615EAB-13BB-1F35-C60D-84912305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44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3F334-AB78-42F6-FE1E-3B87ED19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4ADBE9-4E43-33BF-ADFB-D1150C26A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76737F-D6C0-22FC-20C3-13E92D5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3E0649-DC70-C06C-2046-5C9216AB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7B920-8C31-91D2-C13F-D6BC6947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8D537E-9DF2-FA80-96DB-E21191AA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16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F8A74-1C2C-B088-9A03-73D6FA6F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D30AC1-F412-2937-9363-5A85E15B0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E7C083-538C-4C5C-8C77-842C47D20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8E38CF-DB5A-C322-B7C5-5519133D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1890B3-6ECB-DC61-EF18-12691787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DFECB0-BC3C-5482-501F-E1C527FA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31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FF956-1B07-481B-88F0-00511806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BCAE4A-252F-474E-58D6-BEC8BD77F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164F84-E368-DBFC-7991-E89DB138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E28F35-EF8C-1A76-55A4-A70D8154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CC1A57-B215-29D9-99E4-36EC62B0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71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908B1F-998D-72C3-D153-919AE8245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D87867-9BC9-CCDB-56B1-03CD6ED71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E4E8A-A83C-BFC4-0553-C7DC359D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987754-6633-4EAC-F9E6-EC448F5D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72074-8516-5A21-C686-2A6060FB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78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AF6463-F409-E5E9-6E76-1138210E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4B0FB8-D1E0-CDFC-3A35-213C15305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3D9D0-F212-D975-113C-E748FB308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00E12-EF49-4EF6-AE6A-DD3ECB57DD85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EEFB96-900F-D383-268C-8D97583E8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F0EB28-F089-7E84-8E35-FE590ACF6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C4C76-EAAD-4AD4-AF13-C5BBAD28C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06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组合 364">
            <a:extLst>
              <a:ext uri="{FF2B5EF4-FFF2-40B4-BE49-F238E27FC236}">
                <a16:creationId xmlns:a16="http://schemas.microsoft.com/office/drawing/2014/main" id="{9023C1A7-7942-ACEB-7964-4D1A203016DA}"/>
              </a:ext>
            </a:extLst>
          </p:cNvPr>
          <p:cNvGrpSpPr/>
          <p:nvPr/>
        </p:nvGrpSpPr>
        <p:grpSpPr>
          <a:xfrm>
            <a:off x="960582" y="540087"/>
            <a:ext cx="10586311" cy="4186712"/>
            <a:chOff x="960582" y="540087"/>
            <a:chExt cx="10586311" cy="418671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FE211CB5-998E-F2FA-D910-ADF63E53CC98}"/>
                </a:ext>
              </a:extLst>
            </p:cNvPr>
            <p:cNvSpPr/>
            <p:nvPr/>
          </p:nvSpPr>
          <p:spPr>
            <a:xfrm>
              <a:off x="2440537" y="2801457"/>
              <a:ext cx="4509484" cy="1875318"/>
            </a:xfrm>
            <a:prstGeom prst="roundRect">
              <a:avLst>
                <a:gd name="adj" fmla="val 6675"/>
              </a:avLst>
            </a:prstGeom>
            <a:solidFill>
              <a:schemeClr val="accent2">
                <a:lumMod val="20000"/>
                <a:lumOff val="80000"/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51B95DD5-405D-0AFD-2264-FA0325C83F4B}"/>
                </a:ext>
              </a:extLst>
            </p:cNvPr>
            <p:cNvSpPr/>
            <p:nvPr/>
          </p:nvSpPr>
          <p:spPr>
            <a:xfrm>
              <a:off x="960582" y="587744"/>
              <a:ext cx="7875418" cy="4139055"/>
            </a:xfrm>
            <a:prstGeom prst="roundRect">
              <a:avLst>
                <a:gd name="adj" fmla="val 6753"/>
              </a:avLst>
            </a:prstGeom>
            <a:solidFill>
              <a:schemeClr val="accent5">
                <a:lumMod val="20000"/>
                <a:lumOff val="80000"/>
                <a:alpha val="35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4" name="矩形: 圆角 413">
              <a:extLst>
                <a:ext uri="{FF2B5EF4-FFF2-40B4-BE49-F238E27FC236}">
                  <a16:creationId xmlns:a16="http://schemas.microsoft.com/office/drawing/2014/main" id="{DCEE4670-05C6-85BF-4660-6655C2992231}"/>
                </a:ext>
              </a:extLst>
            </p:cNvPr>
            <p:cNvSpPr/>
            <p:nvPr/>
          </p:nvSpPr>
          <p:spPr>
            <a:xfrm>
              <a:off x="5742529" y="2810852"/>
              <a:ext cx="1019717" cy="1853503"/>
            </a:xfrm>
            <a:prstGeom prst="roundRect">
              <a:avLst/>
            </a:prstGeom>
            <a:solidFill>
              <a:srgbClr val="EDFA9C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2" name="矩形: 圆角 411">
              <a:extLst>
                <a:ext uri="{FF2B5EF4-FFF2-40B4-BE49-F238E27FC236}">
                  <a16:creationId xmlns:a16="http://schemas.microsoft.com/office/drawing/2014/main" id="{92453DC6-AFE2-FE13-4B2D-9887EA821ECE}"/>
                </a:ext>
              </a:extLst>
            </p:cNvPr>
            <p:cNvSpPr/>
            <p:nvPr/>
          </p:nvSpPr>
          <p:spPr>
            <a:xfrm>
              <a:off x="2530251" y="2820422"/>
              <a:ext cx="1004166" cy="1853503"/>
            </a:xfrm>
            <a:prstGeom prst="roundRect">
              <a:avLst/>
            </a:prstGeom>
            <a:solidFill>
              <a:srgbClr val="EDFA9C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2" name="矩形 751">
              <a:extLst>
                <a:ext uri="{FF2B5EF4-FFF2-40B4-BE49-F238E27FC236}">
                  <a16:creationId xmlns:a16="http://schemas.microsoft.com/office/drawing/2014/main" id="{9A4CE876-3381-0362-C0FB-D04198D660DF}"/>
                </a:ext>
              </a:extLst>
            </p:cNvPr>
            <p:cNvSpPr/>
            <p:nvPr/>
          </p:nvSpPr>
          <p:spPr>
            <a:xfrm>
              <a:off x="8883745" y="597919"/>
              <a:ext cx="2611458" cy="4128880"/>
            </a:xfrm>
            <a:prstGeom prst="rect">
              <a:avLst/>
            </a:prstGeom>
            <a:solidFill>
              <a:srgbClr val="ECF4FB"/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1" name="梯形 750">
              <a:extLst>
                <a:ext uri="{FF2B5EF4-FFF2-40B4-BE49-F238E27FC236}">
                  <a16:creationId xmlns:a16="http://schemas.microsoft.com/office/drawing/2014/main" id="{110373D2-79D6-22E0-E841-C86931ECB4BB}"/>
                </a:ext>
              </a:extLst>
            </p:cNvPr>
            <p:cNvSpPr/>
            <p:nvPr/>
          </p:nvSpPr>
          <p:spPr>
            <a:xfrm rot="16200000">
              <a:off x="6009394" y="1587586"/>
              <a:ext cx="3749694" cy="2022321"/>
            </a:xfrm>
            <a:prstGeom prst="trapezoid">
              <a:avLst>
                <a:gd name="adj" fmla="val 88034"/>
              </a:avLst>
            </a:prstGeom>
            <a:solidFill>
              <a:srgbClr val="ECF4FB"/>
            </a:solidFill>
            <a:ln>
              <a:solidFill>
                <a:schemeClr val="tx2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7F969FF7-FB37-9011-48AD-B507D502574B}"/>
                </a:ext>
              </a:extLst>
            </p:cNvPr>
            <p:cNvSpPr/>
            <p:nvPr/>
          </p:nvSpPr>
          <p:spPr>
            <a:xfrm>
              <a:off x="2440537" y="675732"/>
              <a:ext cx="4509484" cy="1718505"/>
            </a:xfrm>
            <a:prstGeom prst="roundRect">
              <a:avLst>
                <a:gd name="adj" fmla="val 839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矩形: 圆角 238">
              <a:extLst>
                <a:ext uri="{FF2B5EF4-FFF2-40B4-BE49-F238E27FC236}">
                  <a16:creationId xmlns:a16="http://schemas.microsoft.com/office/drawing/2014/main" id="{59031F1D-1B87-9873-064C-CD73176E9D60}"/>
                </a:ext>
              </a:extLst>
            </p:cNvPr>
            <p:cNvSpPr/>
            <p:nvPr/>
          </p:nvSpPr>
          <p:spPr>
            <a:xfrm>
              <a:off x="3455739" y="708050"/>
              <a:ext cx="2613963" cy="204313"/>
            </a:xfrm>
            <a:prstGeom prst="round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立方体 35">
              <a:extLst>
                <a:ext uri="{FF2B5EF4-FFF2-40B4-BE49-F238E27FC236}">
                  <a16:creationId xmlns:a16="http://schemas.microsoft.com/office/drawing/2014/main" id="{842C6DEC-30F8-76B4-DD43-BEE8ABFA4C92}"/>
                </a:ext>
              </a:extLst>
            </p:cNvPr>
            <p:cNvSpPr/>
            <p:nvPr/>
          </p:nvSpPr>
          <p:spPr>
            <a:xfrm rot="16200000">
              <a:off x="3620276" y="628472"/>
              <a:ext cx="97365" cy="367612"/>
            </a:xfrm>
            <a:prstGeom prst="cube">
              <a:avLst>
                <a:gd name="adj" fmla="val 3240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立方体 36">
              <a:extLst>
                <a:ext uri="{FF2B5EF4-FFF2-40B4-BE49-F238E27FC236}">
                  <a16:creationId xmlns:a16="http://schemas.microsoft.com/office/drawing/2014/main" id="{12F74CA0-BF36-C1C7-C74B-F90D28B5102B}"/>
                </a:ext>
              </a:extLst>
            </p:cNvPr>
            <p:cNvSpPr/>
            <p:nvPr/>
          </p:nvSpPr>
          <p:spPr>
            <a:xfrm>
              <a:off x="4016840" y="1547471"/>
              <a:ext cx="147637" cy="523186"/>
            </a:xfrm>
            <a:prstGeom prst="cube">
              <a:avLst>
                <a:gd name="adj" fmla="val 35184"/>
              </a:avLst>
            </a:prstGeom>
            <a:gradFill>
              <a:gsLst>
                <a:gs pos="45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6E1EC850-0F30-7C67-0B3B-0AF2A920272D}"/>
                </a:ext>
              </a:extLst>
            </p:cNvPr>
            <p:cNvGrpSpPr/>
            <p:nvPr/>
          </p:nvGrpSpPr>
          <p:grpSpPr>
            <a:xfrm>
              <a:off x="1147415" y="2265039"/>
              <a:ext cx="685869" cy="649001"/>
              <a:chOff x="1904931" y="1717185"/>
              <a:chExt cx="1050780" cy="1009161"/>
            </a:xfrm>
          </p:grpSpPr>
          <p:sp>
            <p:nvSpPr>
              <p:cNvPr id="175" name="立方体 174">
                <a:extLst>
                  <a:ext uri="{FF2B5EF4-FFF2-40B4-BE49-F238E27FC236}">
                    <a16:creationId xmlns:a16="http://schemas.microsoft.com/office/drawing/2014/main" id="{DDD2F48A-AEB5-C216-C756-C387EFF9891B}"/>
                  </a:ext>
                </a:extLst>
              </p:cNvPr>
              <p:cNvSpPr/>
              <p:nvPr/>
            </p:nvSpPr>
            <p:spPr>
              <a:xfrm>
                <a:off x="2094482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立方体 175">
                <a:extLst>
                  <a:ext uri="{FF2B5EF4-FFF2-40B4-BE49-F238E27FC236}">
                    <a16:creationId xmlns:a16="http://schemas.microsoft.com/office/drawing/2014/main" id="{759CF023-B621-81B5-5394-1EF075B09D50}"/>
                  </a:ext>
                </a:extLst>
              </p:cNvPr>
              <p:cNvSpPr/>
              <p:nvPr/>
            </p:nvSpPr>
            <p:spPr>
              <a:xfrm>
                <a:off x="2257995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立方体 176">
                <a:extLst>
                  <a:ext uri="{FF2B5EF4-FFF2-40B4-BE49-F238E27FC236}">
                    <a16:creationId xmlns:a16="http://schemas.microsoft.com/office/drawing/2014/main" id="{93A5CA8F-EE3C-C120-E422-A0A6013167AA}"/>
                  </a:ext>
                </a:extLst>
              </p:cNvPr>
              <p:cNvSpPr/>
              <p:nvPr/>
            </p:nvSpPr>
            <p:spPr>
              <a:xfrm>
                <a:off x="2421508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立方体 177">
                <a:extLst>
                  <a:ext uri="{FF2B5EF4-FFF2-40B4-BE49-F238E27FC236}">
                    <a16:creationId xmlns:a16="http://schemas.microsoft.com/office/drawing/2014/main" id="{632EDEFC-4BF8-828A-FA95-F8489B6E1B1F}"/>
                  </a:ext>
                </a:extLst>
              </p:cNvPr>
              <p:cNvSpPr/>
              <p:nvPr/>
            </p:nvSpPr>
            <p:spPr>
              <a:xfrm>
                <a:off x="2049340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立方体 178">
                <a:extLst>
                  <a:ext uri="{FF2B5EF4-FFF2-40B4-BE49-F238E27FC236}">
                    <a16:creationId xmlns:a16="http://schemas.microsoft.com/office/drawing/2014/main" id="{A026C310-15BE-FC88-4E4F-0EB91587D408}"/>
                  </a:ext>
                </a:extLst>
              </p:cNvPr>
              <p:cNvSpPr/>
              <p:nvPr/>
            </p:nvSpPr>
            <p:spPr>
              <a:xfrm>
                <a:off x="2212853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立方体 179">
                <a:extLst>
                  <a:ext uri="{FF2B5EF4-FFF2-40B4-BE49-F238E27FC236}">
                    <a16:creationId xmlns:a16="http://schemas.microsoft.com/office/drawing/2014/main" id="{FC59D367-9EA1-477B-794C-32CC5CA5E2B4}"/>
                  </a:ext>
                </a:extLst>
              </p:cNvPr>
              <p:cNvSpPr/>
              <p:nvPr/>
            </p:nvSpPr>
            <p:spPr>
              <a:xfrm>
                <a:off x="2376366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立方体 180">
                <a:extLst>
                  <a:ext uri="{FF2B5EF4-FFF2-40B4-BE49-F238E27FC236}">
                    <a16:creationId xmlns:a16="http://schemas.microsoft.com/office/drawing/2014/main" id="{5EBB76BA-A789-B137-9CFC-FD75F5ABB1D9}"/>
                  </a:ext>
                </a:extLst>
              </p:cNvPr>
              <p:cNvSpPr/>
              <p:nvPr/>
            </p:nvSpPr>
            <p:spPr>
              <a:xfrm>
                <a:off x="2004198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立方体 181">
                <a:extLst>
                  <a:ext uri="{FF2B5EF4-FFF2-40B4-BE49-F238E27FC236}">
                    <a16:creationId xmlns:a16="http://schemas.microsoft.com/office/drawing/2014/main" id="{C0FF836D-9C6C-4823-8E95-FF9D47350472}"/>
                  </a:ext>
                </a:extLst>
              </p:cNvPr>
              <p:cNvSpPr/>
              <p:nvPr/>
            </p:nvSpPr>
            <p:spPr>
              <a:xfrm>
                <a:off x="2167711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立方体 182">
                <a:extLst>
                  <a:ext uri="{FF2B5EF4-FFF2-40B4-BE49-F238E27FC236}">
                    <a16:creationId xmlns:a16="http://schemas.microsoft.com/office/drawing/2014/main" id="{36B21B9E-D7C3-C82B-CACF-11CAA3CFEE4E}"/>
                  </a:ext>
                </a:extLst>
              </p:cNvPr>
              <p:cNvSpPr/>
              <p:nvPr/>
            </p:nvSpPr>
            <p:spPr>
              <a:xfrm>
                <a:off x="2331224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立方体 183">
                <a:extLst>
                  <a:ext uri="{FF2B5EF4-FFF2-40B4-BE49-F238E27FC236}">
                    <a16:creationId xmlns:a16="http://schemas.microsoft.com/office/drawing/2014/main" id="{5158EFAE-74C8-8903-217F-4A658BC12CF4}"/>
                  </a:ext>
                </a:extLst>
              </p:cNvPr>
              <p:cNvSpPr/>
              <p:nvPr/>
            </p:nvSpPr>
            <p:spPr>
              <a:xfrm>
                <a:off x="1959775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立方体 184">
                <a:extLst>
                  <a:ext uri="{FF2B5EF4-FFF2-40B4-BE49-F238E27FC236}">
                    <a16:creationId xmlns:a16="http://schemas.microsoft.com/office/drawing/2014/main" id="{4AF95BE6-98D6-B7CB-1D9C-ED3082ABC46D}"/>
                  </a:ext>
                </a:extLst>
              </p:cNvPr>
              <p:cNvSpPr/>
              <p:nvPr/>
            </p:nvSpPr>
            <p:spPr>
              <a:xfrm>
                <a:off x="2123288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立方体 185">
                <a:extLst>
                  <a:ext uri="{FF2B5EF4-FFF2-40B4-BE49-F238E27FC236}">
                    <a16:creationId xmlns:a16="http://schemas.microsoft.com/office/drawing/2014/main" id="{B8C4F820-75A5-1807-225F-EB473B3E3151}"/>
                  </a:ext>
                </a:extLst>
              </p:cNvPr>
              <p:cNvSpPr/>
              <p:nvPr/>
            </p:nvSpPr>
            <p:spPr>
              <a:xfrm>
                <a:off x="2286801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立方体 186">
                <a:extLst>
                  <a:ext uri="{FF2B5EF4-FFF2-40B4-BE49-F238E27FC236}">
                    <a16:creationId xmlns:a16="http://schemas.microsoft.com/office/drawing/2014/main" id="{64AAE393-1F1E-E095-5CF3-000E53AFAEB2}"/>
                  </a:ext>
                </a:extLst>
              </p:cNvPr>
              <p:cNvSpPr/>
              <p:nvPr/>
            </p:nvSpPr>
            <p:spPr>
              <a:xfrm>
                <a:off x="2582864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立方体 187">
                <a:extLst>
                  <a:ext uri="{FF2B5EF4-FFF2-40B4-BE49-F238E27FC236}">
                    <a16:creationId xmlns:a16="http://schemas.microsoft.com/office/drawing/2014/main" id="{AB9C5C6B-3284-9971-47F6-A7B69A97DA1C}"/>
                  </a:ext>
                </a:extLst>
              </p:cNvPr>
              <p:cNvSpPr/>
              <p:nvPr/>
            </p:nvSpPr>
            <p:spPr>
              <a:xfrm>
                <a:off x="2537722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立方体 188">
                <a:extLst>
                  <a:ext uri="{FF2B5EF4-FFF2-40B4-BE49-F238E27FC236}">
                    <a16:creationId xmlns:a16="http://schemas.microsoft.com/office/drawing/2014/main" id="{822AA5DF-16FF-6512-B12F-5B3B76DAD0CA}"/>
                  </a:ext>
                </a:extLst>
              </p:cNvPr>
              <p:cNvSpPr/>
              <p:nvPr/>
            </p:nvSpPr>
            <p:spPr>
              <a:xfrm>
                <a:off x="2492580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立方体 189">
                <a:extLst>
                  <a:ext uri="{FF2B5EF4-FFF2-40B4-BE49-F238E27FC236}">
                    <a16:creationId xmlns:a16="http://schemas.microsoft.com/office/drawing/2014/main" id="{B58B94AC-A49C-109F-C178-67C1790E066B}"/>
                  </a:ext>
                </a:extLst>
              </p:cNvPr>
              <p:cNvSpPr/>
              <p:nvPr/>
            </p:nvSpPr>
            <p:spPr>
              <a:xfrm>
                <a:off x="2448157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立方体 190">
                <a:extLst>
                  <a:ext uri="{FF2B5EF4-FFF2-40B4-BE49-F238E27FC236}">
                    <a16:creationId xmlns:a16="http://schemas.microsoft.com/office/drawing/2014/main" id="{FCFB529C-E38D-2F07-6684-506C149E3B72}"/>
                  </a:ext>
                </a:extLst>
              </p:cNvPr>
              <p:cNvSpPr/>
              <p:nvPr/>
            </p:nvSpPr>
            <p:spPr>
              <a:xfrm>
                <a:off x="2744300" y="2327420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立方体 191">
                <a:extLst>
                  <a:ext uri="{FF2B5EF4-FFF2-40B4-BE49-F238E27FC236}">
                    <a16:creationId xmlns:a16="http://schemas.microsoft.com/office/drawing/2014/main" id="{4789A24B-33BE-A4E0-9DFE-C200CB5DBFEC}"/>
                  </a:ext>
                </a:extLst>
              </p:cNvPr>
              <p:cNvSpPr/>
              <p:nvPr/>
            </p:nvSpPr>
            <p:spPr>
              <a:xfrm>
                <a:off x="2699158" y="237345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立方体 192">
                <a:extLst>
                  <a:ext uri="{FF2B5EF4-FFF2-40B4-BE49-F238E27FC236}">
                    <a16:creationId xmlns:a16="http://schemas.microsoft.com/office/drawing/2014/main" id="{0ECA30D7-4321-E7C6-D7BF-27830514596E}"/>
                  </a:ext>
                </a:extLst>
              </p:cNvPr>
              <p:cNvSpPr/>
              <p:nvPr/>
            </p:nvSpPr>
            <p:spPr>
              <a:xfrm>
                <a:off x="2654016" y="2419496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立方体 193">
                <a:extLst>
                  <a:ext uri="{FF2B5EF4-FFF2-40B4-BE49-F238E27FC236}">
                    <a16:creationId xmlns:a16="http://schemas.microsoft.com/office/drawing/2014/main" id="{111F2A20-266B-53B8-1857-3A3A224121C0}"/>
                  </a:ext>
                </a:extLst>
              </p:cNvPr>
              <p:cNvSpPr/>
              <p:nvPr/>
            </p:nvSpPr>
            <p:spPr>
              <a:xfrm>
                <a:off x="2609593" y="2465534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立方体 194">
                <a:extLst>
                  <a:ext uri="{FF2B5EF4-FFF2-40B4-BE49-F238E27FC236}">
                    <a16:creationId xmlns:a16="http://schemas.microsoft.com/office/drawing/2014/main" id="{269F1D3A-77B4-6C3B-1F36-084B747B431F}"/>
                  </a:ext>
                </a:extLst>
              </p:cNvPr>
              <p:cNvSpPr/>
              <p:nvPr/>
            </p:nvSpPr>
            <p:spPr>
              <a:xfrm>
                <a:off x="1904931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立方体 195">
                <a:extLst>
                  <a:ext uri="{FF2B5EF4-FFF2-40B4-BE49-F238E27FC236}">
                    <a16:creationId xmlns:a16="http://schemas.microsoft.com/office/drawing/2014/main" id="{CC630747-6004-B869-97FC-3745E856662E}"/>
                  </a:ext>
                </a:extLst>
              </p:cNvPr>
              <p:cNvSpPr/>
              <p:nvPr/>
            </p:nvSpPr>
            <p:spPr>
              <a:xfrm>
                <a:off x="2068444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立方体 196">
                <a:extLst>
                  <a:ext uri="{FF2B5EF4-FFF2-40B4-BE49-F238E27FC236}">
                    <a16:creationId xmlns:a16="http://schemas.microsoft.com/office/drawing/2014/main" id="{61764060-465A-9170-B741-4784DAF15906}"/>
                  </a:ext>
                </a:extLst>
              </p:cNvPr>
              <p:cNvSpPr/>
              <p:nvPr/>
            </p:nvSpPr>
            <p:spPr>
              <a:xfrm>
                <a:off x="2231957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立方体 197">
                <a:extLst>
                  <a:ext uri="{FF2B5EF4-FFF2-40B4-BE49-F238E27FC236}">
                    <a16:creationId xmlns:a16="http://schemas.microsoft.com/office/drawing/2014/main" id="{4E8BF66F-F952-08AB-2C78-0BC0200A37FC}"/>
                  </a:ext>
                </a:extLst>
              </p:cNvPr>
              <p:cNvSpPr/>
              <p:nvPr/>
            </p:nvSpPr>
            <p:spPr>
              <a:xfrm>
                <a:off x="2393313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立方体 198">
                <a:extLst>
                  <a:ext uri="{FF2B5EF4-FFF2-40B4-BE49-F238E27FC236}">
                    <a16:creationId xmlns:a16="http://schemas.microsoft.com/office/drawing/2014/main" id="{26DF14B6-709D-4612-792A-3EDBCB58DF31}"/>
                  </a:ext>
                </a:extLst>
              </p:cNvPr>
              <p:cNvSpPr/>
              <p:nvPr/>
            </p:nvSpPr>
            <p:spPr>
              <a:xfrm>
                <a:off x="2554749" y="2520755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立方体 4">
                <a:extLst>
                  <a:ext uri="{FF2B5EF4-FFF2-40B4-BE49-F238E27FC236}">
                    <a16:creationId xmlns:a16="http://schemas.microsoft.com/office/drawing/2014/main" id="{45C1AFB9-B447-88DA-58D7-C2E46E955872}"/>
                  </a:ext>
                </a:extLst>
              </p:cNvPr>
              <p:cNvSpPr/>
              <p:nvPr/>
            </p:nvSpPr>
            <p:spPr>
              <a:xfrm>
                <a:off x="2098824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立方体 5">
                <a:extLst>
                  <a:ext uri="{FF2B5EF4-FFF2-40B4-BE49-F238E27FC236}">
                    <a16:creationId xmlns:a16="http://schemas.microsoft.com/office/drawing/2014/main" id="{0AE97E84-03F5-3492-BA5B-9AC790C5D81B}"/>
                  </a:ext>
                </a:extLst>
              </p:cNvPr>
              <p:cNvSpPr/>
              <p:nvPr/>
            </p:nvSpPr>
            <p:spPr>
              <a:xfrm>
                <a:off x="2262337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立方体 6">
                <a:extLst>
                  <a:ext uri="{FF2B5EF4-FFF2-40B4-BE49-F238E27FC236}">
                    <a16:creationId xmlns:a16="http://schemas.microsoft.com/office/drawing/2014/main" id="{7AACBBDD-614B-9ABC-18FB-E1CAB5904A65}"/>
                  </a:ext>
                </a:extLst>
              </p:cNvPr>
              <p:cNvSpPr/>
              <p:nvPr/>
            </p:nvSpPr>
            <p:spPr>
              <a:xfrm>
                <a:off x="2425850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立方体 7">
                <a:extLst>
                  <a:ext uri="{FF2B5EF4-FFF2-40B4-BE49-F238E27FC236}">
                    <a16:creationId xmlns:a16="http://schemas.microsoft.com/office/drawing/2014/main" id="{E229817B-E495-6BBA-3F0A-D3571F136A7C}"/>
                  </a:ext>
                </a:extLst>
              </p:cNvPr>
              <p:cNvSpPr/>
              <p:nvPr/>
            </p:nvSpPr>
            <p:spPr>
              <a:xfrm>
                <a:off x="2053682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立方体 8">
                <a:extLst>
                  <a:ext uri="{FF2B5EF4-FFF2-40B4-BE49-F238E27FC236}">
                    <a16:creationId xmlns:a16="http://schemas.microsoft.com/office/drawing/2014/main" id="{258A6B3D-CA43-C5E2-3CAB-585F6234B7F5}"/>
                  </a:ext>
                </a:extLst>
              </p:cNvPr>
              <p:cNvSpPr/>
              <p:nvPr/>
            </p:nvSpPr>
            <p:spPr>
              <a:xfrm>
                <a:off x="2217195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立方体 9">
                <a:extLst>
                  <a:ext uri="{FF2B5EF4-FFF2-40B4-BE49-F238E27FC236}">
                    <a16:creationId xmlns:a16="http://schemas.microsoft.com/office/drawing/2014/main" id="{12F73536-7376-92D3-5559-D28AAE7F758B}"/>
                  </a:ext>
                </a:extLst>
              </p:cNvPr>
              <p:cNvSpPr/>
              <p:nvPr/>
            </p:nvSpPr>
            <p:spPr>
              <a:xfrm>
                <a:off x="2380708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立方体 10">
                <a:extLst>
                  <a:ext uri="{FF2B5EF4-FFF2-40B4-BE49-F238E27FC236}">
                    <a16:creationId xmlns:a16="http://schemas.microsoft.com/office/drawing/2014/main" id="{1F734247-22CB-EE8F-A0D0-202F7B7626B6}"/>
                  </a:ext>
                </a:extLst>
              </p:cNvPr>
              <p:cNvSpPr/>
              <p:nvPr/>
            </p:nvSpPr>
            <p:spPr>
              <a:xfrm>
                <a:off x="2008540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立方体 11">
                <a:extLst>
                  <a:ext uri="{FF2B5EF4-FFF2-40B4-BE49-F238E27FC236}">
                    <a16:creationId xmlns:a16="http://schemas.microsoft.com/office/drawing/2014/main" id="{7A20A90C-097F-A900-B9C0-DF55C8C07770}"/>
                  </a:ext>
                </a:extLst>
              </p:cNvPr>
              <p:cNvSpPr/>
              <p:nvPr/>
            </p:nvSpPr>
            <p:spPr>
              <a:xfrm>
                <a:off x="2172053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立方体 12">
                <a:extLst>
                  <a:ext uri="{FF2B5EF4-FFF2-40B4-BE49-F238E27FC236}">
                    <a16:creationId xmlns:a16="http://schemas.microsoft.com/office/drawing/2014/main" id="{4D47D2B1-99CF-24E1-7E37-567A0C126287}"/>
                  </a:ext>
                </a:extLst>
              </p:cNvPr>
              <p:cNvSpPr/>
              <p:nvPr/>
            </p:nvSpPr>
            <p:spPr>
              <a:xfrm>
                <a:off x="2335566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立方体 13">
                <a:extLst>
                  <a:ext uri="{FF2B5EF4-FFF2-40B4-BE49-F238E27FC236}">
                    <a16:creationId xmlns:a16="http://schemas.microsoft.com/office/drawing/2014/main" id="{691429F5-FD24-AF66-09AD-A31EC5B97C21}"/>
                  </a:ext>
                </a:extLst>
              </p:cNvPr>
              <p:cNvSpPr/>
              <p:nvPr/>
            </p:nvSpPr>
            <p:spPr>
              <a:xfrm>
                <a:off x="2098824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立方体 14">
                <a:extLst>
                  <a:ext uri="{FF2B5EF4-FFF2-40B4-BE49-F238E27FC236}">
                    <a16:creationId xmlns:a16="http://schemas.microsoft.com/office/drawing/2014/main" id="{FD564CF4-FB03-45DB-1AE4-28191001A198}"/>
                  </a:ext>
                </a:extLst>
              </p:cNvPr>
              <p:cNvSpPr/>
              <p:nvPr/>
            </p:nvSpPr>
            <p:spPr>
              <a:xfrm>
                <a:off x="2262337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立方体 15">
                <a:extLst>
                  <a:ext uri="{FF2B5EF4-FFF2-40B4-BE49-F238E27FC236}">
                    <a16:creationId xmlns:a16="http://schemas.microsoft.com/office/drawing/2014/main" id="{09E98E6A-F07C-7598-8737-00F0086AC4F3}"/>
                  </a:ext>
                </a:extLst>
              </p:cNvPr>
              <p:cNvSpPr/>
              <p:nvPr/>
            </p:nvSpPr>
            <p:spPr>
              <a:xfrm>
                <a:off x="2425850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立方体 16">
                <a:extLst>
                  <a:ext uri="{FF2B5EF4-FFF2-40B4-BE49-F238E27FC236}">
                    <a16:creationId xmlns:a16="http://schemas.microsoft.com/office/drawing/2014/main" id="{98525497-BD09-C3F6-9475-8C49AB061FAC}"/>
                  </a:ext>
                </a:extLst>
              </p:cNvPr>
              <p:cNvSpPr/>
              <p:nvPr/>
            </p:nvSpPr>
            <p:spPr>
              <a:xfrm>
                <a:off x="2053682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立方体 17">
                <a:extLst>
                  <a:ext uri="{FF2B5EF4-FFF2-40B4-BE49-F238E27FC236}">
                    <a16:creationId xmlns:a16="http://schemas.microsoft.com/office/drawing/2014/main" id="{7B6DE84B-421A-299F-85F4-A549725D5C1B}"/>
                  </a:ext>
                </a:extLst>
              </p:cNvPr>
              <p:cNvSpPr/>
              <p:nvPr/>
            </p:nvSpPr>
            <p:spPr>
              <a:xfrm>
                <a:off x="2217195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立方体 18">
                <a:extLst>
                  <a:ext uri="{FF2B5EF4-FFF2-40B4-BE49-F238E27FC236}">
                    <a16:creationId xmlns:a16="http://schemas.microsoft.com/office/drawing/2014/main" id="{B3992044-86D2-618E-61A6-B3FA3F389BAF}"/>
                  </a:ext>
                </a:extLst>
              </p:cNvPr>
              <p:cNvSpPr/>
              <p:nvPr/>
            </p:nvSpPr>
            <p:spPr>
              <a:xfrm>
                <a:off x="2380708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立方体 19">
                <a:extLst>
                  <a:ext uri="{FF2B5EF4-FFF2-40B4-BE49-F238E27FC236}">
                    <a16:creationId xmlns:a16="http://schemas.microsoft.com/office/drawing/2014/main" id="{96FA5496-E056-0D2C-E163-48C2EDC279CB}"/>
                  </a:ext>
                </a:extLst>
              </p:cNvPr>
              <p:cNvSpPr/>
              <p:nvPr/>
            </p:nvSpPr>
            <p:spPr>
              <a:xfrm>
                <a:off x="2008540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立方体 20">
                <a:extLst>
                  <a:ext uri="{FF2B5EF4-FFF2-40B4-BE49-F238E27FC236}">
                    <a16:creationId xmlns:a16="http://schemas.microsoft.com/office/drawing/2014/main" id="{0F3C5286-4793-584B-F4C1-25610F71EA9C}"/>
                  </a:ext>
                </a:extLst>
              </p:cNvPr>
              <p:cNvSpPr/>
              <p:nvPr/>
            </p:nvSpPr>
            <p:spPr>
              <a:xfrm>
                <a:off x="2172053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立方体 21">
                <a:extLst>
                  <a:ext uri="{FF2B5EF4-FFF2-40B4-BE49-F238E27FC236}">
                    <a16:creationId xmlns:a16="http://schemas.microsoft.com/office/drawing/2014/main" id="{9B02B32E-76E4-AAE3-4363-208898AF831D}"/>
                  </a:ext>
                </a:extLst>
              </p:cNvPr>
              <p:cNvSpPr/>
              <p:nvPr/>
            </p:nvSpPr>
            <p:spPr>
              <a:xfrm>
                <a:off x="2335566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立方体 22">
                <a:extLst>
                  <a:ext uri="{FF2B5EF4-FFF2-40B4-BE49-F238E27FC236}">
                    <a16:creationId xmlns:a16="http://schemas.microsoft.com/office/drawing/2014/main" id="{9CDEFE81-701E-3A93-81CD-875315CF613A}"/>
                  </a:ext>
                </a:extLst>
              </p:cNvPr>
              <p:cNvSpPr/>
              <p:nvPr/>
            </p:nvSpPr>
            <p:spPr>
              <a:xfrm>
                <a:off x="2097386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立方体 23">
                <a:extLst>
                  <a:ext uri="{FF2B5EF4-FFF2-40B4-BE49-F238E27FC236}">
                    <a16:creationId xmlns:a16="http://schemas.microsoft.com/office/drawing/2014/main" id="{AF563394-BCF1-209D-18E8-D909AEAFF291}"/>
                  </a:ext>
                </a:extLst>
              </p:cNvPr>
              <p:cNvSpPr/>
              <p:nvPr/>
            </p:nvSpPr>
            <p:spPr>
              <a:xfrm>
                <a:off x="2260899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立方体 24">
                <a:extLst>
                  <a:ext uri="{FF2B5EF4-FFF2-40B4-BE49-F238E27FC236}">
                    <a16:creationId xmlns:a16="http://schemas.microsoft.com/office/drawing/2014/main" id="{90E8EAB7-E501-60E0-D78F-D606D081F0ED}"/>
                  </a:ext>
                </a:extLst>
              </p:cNvPr>
              <p:cNvSpPr/>
              <p:nvPr/>
            </p:nvSpPr>
            <p:spPr>
              <a:xfrm>
                <a:off x="2424412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立方体 25">
                <a:extLst>
                  <a:ext uri="{FF2B5EF4-FFF2-40B4-BE49-F238E27FC236}">
                    <a16:creationId xmlns:a16="http://schemas.microsoft.com/office/drawing/2014/main" id="{BAD809E2-ADE0-1568-238B-2225136F9B70}"/>
                  </a:ext>
                </a:extLst>
              </p:cNvPr>
              <p:cNvSpPr/>
              <p:nvPr/>
            </p:nvSpPr>
            <p:spPr>
              <a:xfrm>
                <a:off x="2052244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立方体 26">
                <a:extLst>
                  <a:ext uri="{FF2B5EF4-FFF2-40B4-BE49-F238E27FC236}">
                    <a16:creationId xmlns:a16="http://schemas.microsoft.com/office/drawing/2014/main" id="{A3A5C078-8633-5817-DAA0-BCA32DBFB803}"/>
                  </a:ext>
                </a:extLst>
              </p:cNvPr>
              <p:cNvSpPr/>
              <p:nvPr/>
            </p:nvSpPr>
            <p:spPr>
              <a:xfrm>
                <a:off x="2215757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立方体 27">
                <a:extLst>
                  <a:ext uri="{FF2B5EF4-FFF2-40B4-BE49-F238E27FC236}">
                    <a16:creationId xmlns:a16="http://schemas.microsoft.com/office/drawing/2014/main" id="{68BDB06F-9964-1B89-F4C4-4BCF30FACE7D}"/>
                  </a:ext>
                </a:extLst>
              </p:cNvPr>
              <p:cNvSpPr/>
              <p:nvPr/>
            </p:nvSpPr>
            <p:spPr>
              <a:xfrm>
                <a:off x="2379270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立方体 28">
                <a:extLst>
                  <a:ext uri="{FF2B5EF4-FFF2-40B4-BE49-F238E27FC236}">
                    <a16:creationId xmlns:a16="http://schemas.microsoft.com/office/drawing/2014/main" id="{7431CCD8-BF54-303C-3446-FCB1B68185B9}"/>
                  </a:ext>
                </a:extLst>
              </p:cNvPr>
              <p:cNvSpPr/>
              <p:nvPr/>
            </p:nvSpPr>
            <p:spPr>
              <a:xfrm>
                <a:off x="2007102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立方体 29">
                <a:extLst>
                  <a:ext uri="{FF2B5EF4-FFF2-40B4-BE49-F238E27FC236}">
                    <a16:creationId xmlns:a16="http://schemas.microsoft.com/office/drawing/2014/main" id="{13E103C0-880E-D315-1682-F9ABAAFD2EA5}"/>
                  </a:ext>
                </a:extLst>
              </p:cNvPr>
              <p:cNvSpPr/>
              <p:nvPr/>
            </p:nvSpPr>
            <p:spPr>
              <a:xfrm>
                <a:off x="2170615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立方体 30">
                <a:extLst>
                  <a:ext uri="{FF2B5EF4-FFF2-40B4-BE49-F238E27FC236}">
                    <a16:creationId xmlns:a16="http://schemas.microsoft.com/office/drawing/2014/main" id="{313C4F37-572F-117A-BC67-18DBD4F9EEF7}"/>
                  </a:ext>
                </a:extLst>
              </p:cNvPr>
              <p:cNvSpPr/>
              <p:nvPr/>
            </p:nvSpPr>
            <p:spPr>
              <a:xfrm>
                <a:off x="2334128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立方体 48">
                <a:extLst>
                  <a:ext uri="{FF2B5EF4-FFF2-40B4-BE49-F238E27FC236}">
                    <a16:creationId xmlns:a16="http://schemas.microsoft.com/office/drawing/2014/main" id="{F0889D7A-F490-BA85-4C3D-0A6558E5B2CF}"/>
                  </a:ext>
                </a:extLst>
              </p:cNvPr>
              <p:cNvSpPr/>
              <p:nvPr/>
            </p:nvSpPr>
            <p:spPr>
              <a:xfrm>
                <a:off x="1961960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立方体 49">
                <a:extLst>
                  <a:ext uri="{FF2B5EF4-FFF2-40B4-BE49-F238E27FC236}">
                    <a16:creationId xmlns:a16="http://schemas.microsoft.com/office/drawing/2014/main" id="{388EF96E-24D2-9905-A505-D30DF98D3A80}"/>
                  </a:ext>
                </a:extLst>
              </p:cNvPr>
              <p:cNvSpPr/>
              <p:nvPr/>
            </p:nvSpPr>
            <p:spPr>
              <a:xfrm>
                <a:off x="2125473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立方体 50">
                <a:extLst>
                  <a:ext uri="{FF2B5EF4-FFF2-40B4-BE49-F238E27FC236}">
                    <a16:creationId xmlns:a16="http://schemas.microsoft.com/office/drawing/2014/main" id="{9B4B0CB8-2D50-69A9-A7F3-BAC4815D7D12}"/>
                  </a:ext>
                </a:extLst>
              </p:cNvPr>
              <p:cNvSpPr/>
              <p:nvPr/>
            </p:nvSpPr>
            <p:spPr>
              <a:xfrm>
                <a:off x="2288986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立方体 45">
                <a:extLst>
                  <a:ext uri="{FF2B5EF4-FFF2-40B4-BE49-F238E27FC236}">
                    <a16:creationId xmlns:a16="http://schemas.microsoft.com/office/drawing/2014/main" id="{B79AACE3-7AF6-2032-1554-C3D25DA491E3}"/>
                  </a:ext>
                </a:extLst>
              </p:cNvPr>
              <p:cNvSpPr/>
              <p:nvPr/>
            </p:nvSpPr>
            <p:spPr>
              <a:xfrm>
                <a:off x="1962679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立方体 46">
                <a:extLst>
                  <a:ext uri="{FF2B5EF4-FFF2-40B4-BE49-F238E27FC236}">
                    <a16:creationId xmlns:a16="http://schemas.microsoft.com/office/drawing/2014/main" id="{9E44541E-958A-EF6F-258F-F6F605D857C6}"/>
                  </a:ext>
                </a:extLst>
              </p:cNvPr>
              <p:cNvSpPr/>
              <p:nvPr/>
            </p:nvSpPr>
            <p:spPr>
              <a:xfrm>
                <a:off x="2126192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立方体 47">
                <a:extLst>
                  <a:ext uri="{FF2B5EF4-FFF2-40B4-BE49-F238E27FC236}">
                    <a16:creationId xmlns:a16="http://schemas.microsoft.com/office/drawing/2014/main" id="{EBA7114E-7558-90C0-AEBA-5AB3CFFFEB63}"/>
                  </a:ext>
                </a:extLst>
              </p:cNvPr>
              <p:cNvSpPr/>
              <p:nvPr/>
            </p:nvSpPr>
            <p:spPr>
              <a:xfrm>
                <a:off x="2289705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立方体 38">
                <a:extLst>
                  <a:ext uri="{FF2B5EF4-FFF2-40B4-BE49-F238E27FC236}">
                    <a16:creationId xmlns:a16="http://schemas.microsoft.com/office/drawing/2014/main" id="{67E3FC46-EF3B-7735-F4A4-2EC54D1A9DE8}"/>
                  </a:ext>
                </a:extLst>
              </p:cNvPr>
              <p:cNvSpPr/>
              <p:nvPr/>
            </p:nvSpPr>
            <p:spPr>
              <a:xfrm>
                <a:off x="1962679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立方体 39">
                <a:extLst>
                  <a:ext uri="{FF2B5EF4-FFF2-40B4-BE49-F238E27FC236}">
                    <a16:creationId xmlns:a16="http://schemas.microsoft.com/office/drawing/2014/main" id="{1AC3E46B-EA70-961E-BD45-6CC6512E0D0F}"/>
                  </a:ext>
                </a:extLst>
              </p:cNvPr>
              <p:cNvSpPr/>
              <p:nvPr/>
            </p:nvSpPr>
            <p:spPr>
              <a:xfrm>
                <a:off x="2126192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立方体 40">
                <a:extLst>
                  <a:ext uri="{FF2B5EF4-FFF2-40B4-BE49-F238E27FC236}">
                    <a16:creationId xmlns:a16="http://schemas.microsoft.com/office/drawing/2014/main" id="{AD3BC816-9EA1-A052-94FF-A21E06F24352}"/>
                  </a:ext>
                </a:extLst>
              </p:cNvPr>
              <p:cNvSpPr/>
              <p:nvPr/>
            </p:nvSpPr>
            <p:spPr>
              <a:xfrm>
                <a:off x="2289705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立方体 55">
                <a:extLst>
                  <a:ext uri="{FF2B5EF4-FFF2-40B4-BE49-F238E27FC236}">
                    <a16:creationId xmlns:a16="http://schemas.microsoft.com/office/drawing/2014/main" id="{81B34D51-4CC7-2D2D-1AA8-874B34CE62AC}"/>
                  </a:ext>
                </a:extLst>
              </p:cNvPr>
              <p:cNvSpPr/>
              <p:nvPr/>
            </p:nvSpPr>
            <p:spPr>
              <a:xfrm>
                <a:off x="2582861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立方体 56">
                <a:extLst>
                  <a:ext uri="{FF2B5EF4-FFF2-40B4-BE49-F238E27FC236}">
                    <a16:creationId xmlns:a16="http://schemas.microsoft.com/office/drawing/2014/main" id="{852B7977-1576-3134-2E8E-7FE00D6548F8}"/>
                  </a:ext>
                </a:extLst>
              </p:cNvPr>
              <p:cNvSpPr/>
              <p:nvPr/>
            </p:nvSpPr>
            <p:spPr>
              <a:xfrm>
                <a:off x="2537719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立方体 57">
                <a:extLst>
                  <a:ext uri="{FF2B5EF4-FFF2-40B4-BE49-F238E27FC236}">
                    <a16:creationId xmlns:a16="http://schemas.microsoft.com/office/drawing/2014/main" id="{01329EE4-4558-F2A8-606C-4013FAD275B7}"/>
                  </a:ext>
                </a:extLst>
              </p:cNvPr>
              <p:cNvSpPr/>
              <p:nvPr/>
            </p:nvSpPr>
            <p:spPr>
              <a:xfrm>
                <a:off x="2492577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立方体 58">
                <a:extLst>
                  <a:ext uri="{FF2B5EF4-FFF2-40B4-BE49-F238E27FC236}">
                    <a16:creationId xmlns:a16="http://schemas.microsoft.com/office/drawing/2014/main" id="{6A5C4631-85A5-7928-7451-9EFF5EC86042}"/>
                  </a:ext>
                </a:extLst>
              </p:cNvPr>
              <p:cNvSpPr/>
              <p:nvPr/>
            </p:nvSpPr>
            <p:spPr>
              <a:xfrm>
                <a:off x="2445997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立方体 51">
                <a:extLst>
                  <a:ext uri="{FF2B5EF4-FFF2-40B4-BE49-F238E27FC236}">
                    <a16:creationId xmlns:a16="http://schemas.microsoft.com/office/drawing/2014/main" id="{C212B03A-C1A8-AD80-7654-8EF680EE69DD}"/>
                  </a:ext>
                </a:extLst>
              </p:cNvPr>
              <p:cNvSpPr/>
              <p:nvPr/>
            </p:nvSpPr>
            <p:spPr>
              <a:xfrm>
                <a:off x="2583138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立方体 52">
                <a:extLst>
                  <a:ext uri="{FF2B5EF4-FFF2-40B4-BE49-F238E27FC236}">
                    <a16:creationId xmlns:a16="http://schemas.microsoft.com/office/drawing/2014/main" id="{0164F608-1F07-C514-A6B9-2C3ED28A54A4}"/>
                  </a:ext>
                </a:extLst>
              </p:cNvPr>
              <p:cNvSpPr/>
              <p:nvPr/>
            </p:nvSpPr>
            <p:spPr>
              <a:xfrm>
                <a:off x="2537996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立方体 53">
                <a:extLst>
                  <a:ext uri="{FF2B5EF4-FFF2-40B4-BE49-F238E27FC236}">
                    <a16:creationId xmlns:a16="http://schemas.microsoft.com/office/drawing/2014/main" id="{57CB3FA0-310D-091E-328A-E8ED62852642}"/>
                  </a:ext>
                </a:extLst>
              </p:cNvPr>
              <p:cNvSpPr/>
              <p:nvPr/>
            </p:nvSpPr>
            <p:spPr>
              <a:xfrm>
                <a:off x="2492854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立方体 54">
                <a:extLst>
                  <a:ext uri="{FF2B5EF4-FFF2-40B4-BE49-F238E27FC236}">
                    <a16:creationId xmlns:a16="http://schemas.microsoft.com/office/drawing/2014/main" id="{CECC6347-CA8B-1BFD-96D7-A0035D7C0236}"/>
                  </a:ext>
                </a:extLst>
              </p:cNvPr>
              <p:cNvSpPr/>
              <p:nvPr/>
            </p:nvSpPr>
            <p:spPr>
              <a:xfrm>
                <a:off x="2446274" y="2169421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立方体 41">
                <a:extLst>
                  <a:ext uri="{FF2B5EF4-FFF2-40B4-BE49-F238E27FC236}">
                    <a16:creationId xmlns:a16="http://schemas.microsoft.com/office/drawing/2014/main" id="{77245E4D-A88E-7A2E-382D-5F0D13BB2DB5}"/>
                  </a:ext>
                </a:extLst>
              </p:cNvPr>
              <p:cNvSpPr/>
              <p:nvPr/>
            </p:nvSpPr>
            <p:spPr>
              <a:xfrm>
                <a:off x="2585768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立方体 42">
                <a:extLst>
                  <a:ext uri="{FF2B5EF4-FFF2-40B4-BE49-F238E27FC236}">
                    <a16:creationId xmlns:a16="http://schemas.microsoft.com/office/drawing/2014/main" id="{132EC287-8C8C-9242-15F1-C85D9ACD7036}"/>
                  </a:ext>
                </a:extLst>
              </p:cNvPr>
              <p:cNvSpPr/>
              <p:nvPr/>
            </p:nvSpPr>
            <p:spPr>
              <a:xfrm>
                <a:off x="2540626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立方体 43">
                <a:extLst>
                  <a:ext uri="{FF2B5EF4-FFF2-40B4-BE49-F238E27FC236}">
                    <a16:creationId xmlns:a16="http://schemas.microsoft.com/office/drawing/2014/main" id="{9A6550D6-70D0-C0B9-B901-6FC75519912B}"/>
                  </a:ext>
                </a:extLst>
              </p:cNvPr>
              <p:cNvSpPr/>
              <p:nvPr/>
            </p:nvSpPr>
            <p:spPr>
              <a:xfrm>
                <a:off x="2495484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立方体 44">
                <a:extLst>
                  <a:ext uri="{FF2B5EF4-FFF2-40B4-BE49-F238E27FC236}">
                    <a16:creationId xmlns:a16="http://schemas.microsoft.com/office/drawing/2014/main" id="{8F28BDE1-6C4A-A755-372A-1DD2E30E47E6}"/>
                  </a:ext>
                </a:extLst>
              </p:cNvPr>
              <p:cNvSpPr/>
              <p:nvPr/>
            </p:nvSpPr>
            <p:spPr>
              <a:xfrm>
                <a:off x="2451061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立方体 62">
                <a:extLst>
                  <a:ext uri="{FF2B5EF4-FFF2-40B4-BE49-F238E27FC236}">
                    <a16:creationId xmlns:a16="http://schemas.microsoft.com/office/drawing/2014/main" id="{189A5237-3F2C-F159-C3B3-D725EFC17858}"/>
                  </a:ext>
                </a:extLst>
              </p:cNvPr>
              <p:cNvSpPr/>
              <p:nvPr/>
            </p:nvSpPr>
            <p:spPr>
              <a:xfrm>
                <a:off x="2097238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立方体 63">
                <a:extLst>
                  <a:ext uri="{FF2B5EF4-FFF2-40B4-BE49-F238E27FC236}">
                    <a16:creationId xmlns:a16="http://schemas.microsoft.com/office/drawing/2014/main" id="{8B166B0B-399F-2A3E-E6A2-7DC255D96D98}"/>
                  </a:ext>
                </a:extLst>
              </p:cNvPr>
              <p:cNvSpPr/>
              <p:nvPr/>
            </p:nvSpPr>
            <p:spPr>
              <a:xfrm>
                <a:off x="2260751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立方体 64">
                <a:extLst>
                  <a:ext uri="{FF2B5EF4-FFF2-40B4-BE49-F238E27FC236}">
                    <a16:creationId xmlns:a16="http://schemas.microsoft.com/office/drawing/2014/main" id="{AE2D2B7B-8B84-0A11-C597-A34D3BEEED75}"/>
                  </a:ext>
                </a:extLst>
              </p:cNvPr>
              <p:cNvSpPr/>
              <p:nvPr/>
            </p:nvSpPr>
            <p:spPr>
              <a:xfrm>
                <a:off x="2424264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立方体 65">
                <a:extLst>
                  <a:ext uri="{FF2B5EF4-FFF2-40B4-BE49-F238E27FC236}">
                    <a16:creationId xmlns:a16="http://schemas.microsoft.com/office/drawing/2014/main" id="{2112B38C-C44B-4C0F-6561-2115F7F137FF}"/>
                  </a:ext>
                </a:extLst>
              </p:cNvPr>
              <p:cNvSpPr/>
              <p:nvPr/>
            </p:nvSpPr>
            <p:spPr>
              <a:xfrm>
                <a:off x="2052096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立方体 66">
                <a:extLst>
                  <a:ext uri="{FF2B5EF4-FFF2-40B4-BE49-F238E27FC236}">
                    <a16:creationId xmlns:a16="http://schemas.microsoft.com/office/drawing/2014/main" id="{56134088-B184-FE05-6F87-7F396F67AB23}"/>
                  </a:ext>
                </a:extLst>
              </p:cNvPr>
              <p:cNvSpPr/>
              <p:nvPr/>
            </p:nvSpPr>
            <p:spPr>
              <a:xfrm>
                <a:off x="2215609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立方体 67">
                <a:extLst>
                  <a:ext uri="{FF2B5EF4-FFF2-40B4-BE49-F238E27FC236}">
                    <a16:creationId xmlns:a16="http://schemas.microsoft.com/office/drawing/2014/main" id="{8A808C5B-3058-DE1D-5BB1-DF490796DAA4}"/>
                  </a:ext>
                </a:extLst>
              </p:cNvPr>
              <p:cNvSpPr/>
              <p:nvPr/>
            </p:nvSpPr>
            <p:spPr>
              <a:xfrm>
                <a:off x="2379122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立方体 68">
                <a:extLst>
                  <a:ext uri="{FF2B5EF4-FFF2-40B4-BE49-F238E27FC236}">
                    <a16:creationId xmlns:a16="http://schemas.microsoft.com/office/drawing/2014/main" id="{ED7CE996-1838-D123-1864-12D6BD61DE6D}"/>
                  </a:ext>
                </a:extLst>
              </p:cNvPr>
              <p:cNvSpPr/>
              <p:nvPr/>
            </p:nvSpPr>
            <p:spPr>
              <a:xfrm>
                <a:off x="2006954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立方体 69">
                <a:extLst>
                  <a:ext uri="{FF2B5EF4-FFF2-40B4-BE49-F238E27FC236}">
                    <a16:creationId xmlns:a16="http://schemas.microsoft.com/office/drawing/2014/main" id="{E8DF5BBF-04AE-836F-D87A-71A5DF1F6D0D}"/>
                  </a:ext>
                </a:extLst>
              </p:cNvPr>
              <p:cNvSpPr/>
              <p:nvPr/>
            </p:nvSpPr>
            <p:spPr>
              <a:xfrm>
                <a:off x="2170467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立方体 70">
                <a:extLst>
                  <a:ext uri="{FF2B5EF4-FFF2-40B4-BE49-F238E27FC236}">
                    <a16:creationId xmlns:a16="http://schemas.microsoft.com/office/drawing/2014/main" id="{26481C2D-6E74-59A8-DA12-4ADECBB02FDA}"/>
                  </a:ext>
                </a:extLst>
              </p:cNvPr>
              <p:cNvSpPr/>
              <p:nvPr/>
            </p:nvSpPr>
            <p:spPr>
              <a:xfrm>
                <a:off x="2333980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立方体 71">
                <a:extLst>
                  <a:ext uri="{FF2B5EF4-FFF2-40B4-BE49-F238E27FC236}">
                    <a16:creationId xmlns:a16="http://schemas.microsoft.com/office/drawing/2014/main" id="{B972F6C0-2808-D70C-233B-3235E96EC20F}"/>
                  </a:ext>
                </a:extLst>
              </p:cNvPr>
              <p:cNvSpPr/>
              <p:nvPr/>
            </p:nvSpPr>
            <p:spPr>
              <a:xfrm>
                <a:off x="1962531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立方体 72">
                <a:extLst>
                  <a:ext uri="{FF2B5EF4-FFF2-40B4-BE49-F238E27FC236}">
                    <a16:creationId xmlns:a16="http://schemas.microsoft.com/office/drawing/2014/main" id="{CBE868B1-7CD7-61DC-5740-B7A8A44C43FB}"/>
                  </a:ext>
                </a:extLst>
              </p:cNvPr>
              <p:cNvSpPr/>
              <p:nvPr/>
            </p:nvSpPr>
            <p:spPr>
              <a:xfrm>
                <a:off x="2126044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立方体 73">
                <a:extLst>
                  <a:ext uri="{FF2B5EF4-FFF2-40B4-BE49-F238E27FC236}">
                    <a16:creationId xmlns:a16="http://schemas.microsoft.com/office/drawing/2014/main" id="{5A624628-AD9D-F511-CD91-E2AEF469193F}"/>
                  </a:ext>
                </a:extLst>
              </p:cNvPr>
              <p:cNvSpPr/>
              <p:nvPr/>
            </p:nvSpPr>
            <p:spPr>
              <a:xfrm>
                <a:off x="2289557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立方体 75">
                <a:extLst>
                  <a:ext uri="{FF2B5EF4-FFF2-40B4-BE49-F238E27FC236}">
                    <a16:creationId xmlns:a16="http://schemas.microsoft.com/office/drawing/2014/main" id="{C5C2F77F-F8BE-E5BD-44AC-5D3D03ED71B3}"/>
                  </a:ext>
                </a:extLst>
              </p:cNvPr>
              <p:cNvSpPr/>
              <p:nvPr/>
            </p:nvSpPr>
            <p:spPr>
              <a:xfrm>
                <a:off x="2585620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立方体 76">
                <a:extLst>
                  <a:ext uri="{FF2B5EF4-FFF2-40B4-BE49-F238E27FC236}">
                    <a16:creationId xmlns:a16="http://schemas.microsoft.com/office/drawing/2014/main" id="{67FDDBAD-3311-F3C7-AD2C-E664EEFB86C4}"/>
                  </a:ext>
                </a:extLst>
              </p:cNvPr>
              <p:cNvSpPr/>
              <p:nvPr/>
            </p:nvSpPr>
            <p:spPr>
              <a:xfrm>
                <a:off x="2540478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立方体 77">
                <a:extLst>
                  <a:ext uri="{FF2B5EF4-FFF2-40B4-BE49-F238E27FC236}">
                    <a16:creationId xmlns:a16="http://schemas.microsoft.com/office/drawing/2014/main" id="{BF451132-75D8-482B-D962-647870830E7A}"/>
                  </a:ext>
                </a:extLst>
              </p:cNvPr>
              <p:cNvSpPr/>
              <p:nvPr/>
            </p:nvSpPr>
            <p:spPr>
              <a:xfrm>
                <a:off x="2495336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立方体 78">
                <a:extLst>
                  <a:ext uri="{FF2B5EF4-FFF2-40B4-BE49-F238E27FC236}">
                    <a16:creationId xmlns:a16="http://schemas.microsoft.com/office/drawing/2014/main" id="{D378C4D0-AA27-E2F4-CF79-8E1B0BC23538}"/>
                  </a:ext>
                </a:extLst>
              </p:cNvPr>
              <p:cNvSpPr/>
              <p:nvPr/>
            </p:nvSpPr>
            <p:spPr>
              <a:xfrm>
                <a:off x="2450913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立方体 87">
                <a:extLst>
                  <a:ext uri="{FF2B5EF4-FFF2-40B4-BE49-F238E27FC236}">
                    <a16:creationId xmlns:a16="http://schemas.microsoft.com/office/drawing/2014/main" id="{3C9DE267-EF45-2905-0826-16463BE2AFDD}"/>
                  </a:ext>
                </a:extLst>
              </p:cNvPr>
              <p:cNvSpPr/>
              <p:nvPr/>
            </p:nvSpPr>
            <p:spPr>
              <a:xfrm>
                <a:off x="2744791" y="2178604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立方体 88">
                <a:extLst>
                  <a:ext uri="{FF2B5EF4-FFF2-40B4-BE49-F238E27FC236}">
                    <a16:creationId xmlns:a16="http://schemas.microsoft.com/office/drawing/2014/main" id="{730233A0-A7E2-1DD0-F501-238E634AE6B4}"/>
                  </a:ext>
                </a:extLst>
              </p:cNvPr>
              <p:cNvSpPr/>
              <p:nvPr/>
            </p:nvSpPr>
            <p:spPr>
              <a:xfrm>
                <a:off x="2699649" y="2224642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立方体 89">
                <a:extLst>
                  <a:ext uri="{FF2B5EF4-FFF2-40B4-BE49-F238E27FC236}">
                    <a16:creationId xmlns:a16="http://schemas.microsoft.com/office/drawing/2014/main" id="{3882665B-9DFE-95A1-9BF2-CB5FEA1854BF}"/>
                  </a:ext>
                </a:extLst>
              </p:cNvPr>
              <p:cNvSpPr/>
              <p:nvPr/>
            </p:nvSpPr>
            <p:spPr>
              <a:xfrm>
                <a:off x="2654507" y="2270680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立方体 90">
                <a:extLst>
                  <a:ext uri="{FF2B5EF4-FFF2-40B4-BE49-F238E27FC236}">
                    <a16:creationId xmlns:a16="http://schemas.microsoft.com/office/drawing/2014/main" id="{71E651AB-7429-63C1-DF8A-D82238EA5438}"/>
                  </a:ext>
                </a:extLst>
              </p:cNvPr>
              <p:cNvSpPr/>
              <p:nvPr/>
            </p:nvSpPr>
            <p:spPr>
              <a:xfrm>
                <a:off x="2610084" y="2316718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立方体 91">
                <a:extLst>
                  <a:ext uri="{FF2B5EF4-FFF2-40B4-BE49-F238E27FC236}">
                    <a16:creationId xmlns:a16="http://schemas.microsoft.com/office/drawing/2014/main" id="{3393873E-C5C8-C54C-B525-A43BFF54365D}"/>
                  </a:ext>
                </a:extLst>
              </p:cNvPr>
              <p:cNvSpPr/>
              <p:nvPr/>
            </p:nvSpPr>
            <p:spPr>
              <a:xfrm>
                <a:off x="2746557" y="2024035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立方体 92">
                <a:extLst>
                  <a:ext uri="{FF2B5EF4-FFF2-40B4-BE49-F238E27FC236}">
                    <a16:creationId xmlns:a16="http://schemas.microsoft.com/office/drawing/2014/main" id="{7567FCB3-35D2-4453-3424-A7B8AA41643D}"/>
                  </a:ext>
                </a:extLst>
              </p:cNvPr>
              <p:cNvSpPr/>
              <p:nvPr/>
            </p:nvSpPr>
            <p:spPr>
              <a:xfrm>
                <a:off x="2701415" y="2070073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立方体 93">
                <a:extLst>
                  <a:ext uri="{FF2B5EF4-FFF2-40B4-BE49-F238E27FC236}">
                    <a16:creationId xmlns:a16="http://schemas.microsoft.com/office/drawing/2014/main" id="{5DA3452B-355A-BCE5-E6CF-1323FAFDCD24}"/>
                  </a:ext>
                </a:extLst>
              </p:cNvPr>
              <p:cNvSpPr/>
              <p:nvPr/>
            </p:nvSpPr>
            <p:spPr>
              <a:xfrm>
                <a:off x="2656273" y="2116111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立方体 94">
                <a:extLst>
                  <a:ext uri="{FF2B5EF4-FFF2-40B4-BE49-F238E27FC236}">
                    <a16:creationId xmlns:a16="http://schemas.microsoft.com/office/drawing/2014/main" id="{72D99772-1EC5-0204-0BFD-70E8104001E6}"/>
                  </a:ext>
                </a:extLst>
              </p:cNvPr>
              <p:cNvSpPr/>
              <p:nvPr/>
            </p:nvSpPr>
            <p:spPr>
              <a:xfrm>
                <a:off x="2611850" y="2162149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立方体 83">
                <a:extLst>
                  <a:ext uri="{FF2B5EF4-FFF2-40B4-BE49-F238E27FC236}">
                    <a16:creationId xmlns:a16="http://schemas.microsoft.com/office/drawing/2014/main" id="{714AB0A9-290E-72A7-9940-DA66E50FC8D8}"/>
                  </a:ext>
                </a:extLst>
              </p:cNvPr>
              <p:cNvSpPr/>
              <p:nvPr/>
            </p:nvSpPr>
            <p:spPr>
              <a:xfrm>
                <a:off x="2745290" y="1871754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立方体 84">
                <a:extLst>
                  <a:ext uri="{FF2B5EF4-FFF2-40B4-BE49-F238E27FC236}">
                    <a16:creationId xmlns:a16="http://schemas.microsoft.com/office/drawing/2014/main" id="{3CE06F3D-86B9-0BF2-2A22-C4EF0F15D280}"/>
                  </a:ext>
                </a:extLst>
              </p:cNvPr>
              <p:cNvSpPr/>
              <p:nvPr/>
            </p:nvSpPr>
            <p:spPr>
              <a:xfrm>
                <a:off x="2700148" y="191779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立方体 85">
                <a:extLst>
                  <a:ext uri="{FF2B5EF4-FFF2-40B4-BE49-F238E27FC236}">
                    <a16:creationId xmlns:a16="http://schemas.microsoft.com/office/drawing/2014/main" id="{2CE05A0E-94C5-CD67-2415-4758E647DDBA}"/>
                  </a:ext>
                </a:extLst>
              </p:cNvPr>
              <p:cNvSpPr/>
              <p:nvPr/>
            </p:nvSpPr>
            <p:spPr>
              <a:xfrm>
                <a:off x="2655006" y="1963830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立方体 86">
                <a:extLst>
                  <a:ext uri="{FF2B5EF4-FFF2-40B4-BE49-F238E27FC236}">
                    <a16:creationId xmlns:a16="http://schemas.microsoft.com/office/drawing/2014/main" id="{CABE7F6B-63A6-2467-F9A4-AFD9AF8E1D68}"/>
                  </a:ext>
                </a:extLst>
              </p:cNvPr>
              <p:cNvSpPr/>
              <p:nvPr/>
            </p:nvSpPr>
            <p:spPr>
              <a:xfrm>
                <a:off x="2610583" y="2009868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立方体 79">
                <a:extLst>
                  <a:ext uri="{FF2B5EF4-FFF2-40B4-BE49-F238E27FC236}">
                    <a16:creationId xmlns:a16="http://schemas.microsoft.com/office/drawing/2014/main" id="{29BDBB1C-152E-ED46-96A4-3439365B65AE}"/>
                  </a:ext>
                </a:extLst>
              </p:cNvPr>
              <p:cNvSpPr/>
              <p:nvPr/>
            </p:nvSpPr>
            <p:spPr>
              <a:xfrm>
                <a:off x="2747056" y="171718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立方体 80">
                <a:extLst>
                  <a:ext uri="{FF2B5EF4-FFF2-40B4-BE49-F238E27FC236}">
                    <a16:creationId xmlns:a16="http://schemas.microsoft.com/office/drawing/2014/main" id="{19B2E0A8-9A2A-E2F7-EC34-F2BB871C4832}"/>
                  </a:ext>
                </a:extLst>
              </p:cNvPr>
              <p:cNvSpPr/>
              <p:nvPr/>
            </p:nvSpPr>
            <p:spPr>
              <a:xfrm>
                <a:off x="2701914" y="176322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立方体 81">
                <a:extLst>
                  <a:ext uri="{FF2B5EF4-FFF2-40B4-BE49-F238E27FC236}">
                    <a16:creationId xmlns:a16="http://schemas.microsoft.com/office/drawing/2014/main" id="{6C3CCA58-0B56-729F-1AD8-ED4F7EBFDAA5}"/>
                  </a:ext>
                </a:extLst>
              </p:cNvPr>
              <p:cNvSpPr/>
              <p:nvPr/>
            </p:nvSpPr>
            <p:spPr>
              <a:xfrm>
                <a:off x="2656772" y="180926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立方体 82">
                <a:extLst>
                  <a:ext uri="{FF2B5EF4-FFF2-40B4-BE49-F238E27FC236}">
                    <a16:creationId xmlns:a16="http://schemas.microsoft.com/office/drawing/2014/main" id="{35B44900-B2F7-64BF-7A6A-53B97115E925}"/>
                  </a:ext>
                </a:extLst>
              </p:cNvPr>
              <p:cNvSpPr/>
              <p:nvPr/>
            </p:nvSpPr>
            <p:spPr>
              <a:xfrm>
                <a:off x="2612349" y="185529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立方体 154">
                <a:extLst>
                  <a:ext uri="{FF2B5EF4-FFF2-40B4-BE49-F238E27FC236}">
                    <a16:creationId xmlns:a16="http://schemas.microsoft.com/office/drawing/2014/main" id="{DB10B36C-221F-819C-9826-A9BB1FFA101F}"/>
                  </a:ext>
                </a:extLst>
              </p:cNvPr>
              <p:cNvSpPr/>
              <p:nvPr/>
            </p:nvSpPr>
            <p:spPr>
              <a:xfrm>
                <a:off x="1907116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立方体 155">
                <a:extLst>
                  <a:ext uri="{FF2B5EF4-FFF2-40B4-BE49-F238E27FC236}">
                    <a16:creationId xmlns:a16="http://schemas.microsoft.com/office/drawing/2014/main" id="{765AF47D-2B04-A33B-9DD7-5427001C7E2C}"/>
                  </a:ext>
                </a:extLst>
              </p:cNvPr>
              <p:cNvSpPr/>
              <p:nvPr/>
            </p:nvSpPr>
            <p:spPr>
              <a:xfrm>
                <a:off x="2070629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立方体 156">
                <a:extLst>
                  <a:ext uri="{FF2B5EF4-FFF2-40B4-BE49-F238E27FC236}">
                    <a16:creationId xmlns:a16="http://schemas.microsoft.com/office/drawing/2014/main" id="{F7E237C1-E43E-9AD1-6D73-5A89AA083194}"/>
                  </a:ext>
                </a:extLst>
              </p:cNvPr>
              <p:cNvSpPr/>
              <p:nvPr/>
            </p:nvSpPr>
            <p:spPr>
              <a:xfrm>
                <a:off x="2234142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立方体 157">
                <a:extLst>
                  <a:ext uri="{FF2B5EF4-FFF2-40B4-BE49-F238E27FC236}">
                    <a16:creationId xmlns:a16="http://schemas.microsoft.com/office/drawing/2014/main" id="{B1146C27-F8BD-7EB6-14AA-75B2D4841327}"/>
                  </a:ext>
                </a:extLst>
              </p:cNvPr>
              <p:cNvSpPr/>
              <p:nvPr/>
            </p:nvSpPr>
            <p:spPr>
              <a:xfrm>
                <a:off x="1907835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立方体 158">
                <a:extLst>
                  <a:ext uri="{FF2B5EF4-FFF2-40B4-BE49-F238E27FC236}">
                    <a16:creationId xmlns:a16="http://schemas.microsoft.com/office/drawing/2014/main" id="{8CB89DA5-33F6-722F-E6FF-E12852A9D0A8}"/>
                  </a:ext>
                </a:extLst>
              </p:cNvPr>
              <p:cNvSpPr/>
              <p:nvPr/>
            </p:nvSpPr>
            <p:spPr>
              <a:xfrm>
                <a:off x="2071348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立方体 159">
                <a:extLst>
                  <a:ext uri="{FF2B5EF4-FFF2-40B4-BE49-F238E27FC236}">
                    <a16:creationId xmlns:a16="http://schemas.microsoft.com/office/drawing/2014/main" id="{E3654FA6-91B2-56D9-5BB7-B6AD48C9A93D}"/>
                  </a:ext>
                </a:extLst>
              </p:cNvPr>
              <p:cNvSpPr/>
              <p:nvPr/>
            </p:nvSpPr>
            <p:spPr>
              <a:xfrm>
                <a:off x="2234861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立方体 160">
                <a:extLst>
                  <a:ext uri="{FF2B5EF4-FFF2-40B4-BE49-F238E27FC236}">
                    <a16:creationId xmlns:a16="http://schemas.microsoft.com/office/drawing/2014/main" id="{56D64026-5B85-3254-37AD-7B25837B68AC}"/>
                  </a:ext>
                </a:extLst>
              </p:cNvPr>
              <p:cNvSpPr/>
              <p:nvPr/>
            </p:nvSpPr>
            <p:spPr>
              <a:xfrm>
                <a:off x="1907835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立方体 161">
                <a:extLst>
                  <a:ext uri="{FF2B5EF4-FFF2-40B4-BE49-F238E27FC236}">
                    <a16:creationId xmlns:a16="http://schemas.microsoft.com/office/drawing/2014/main" id="{C781B7F6-0895-1C14-F43A-6EEC1F3A735D}"/>
                  </a:ext>
                </a:extLst>
              </p:cNvPr>
              <p:cNvSpPr/>
              <p:nvPr/>
            </p:nvSpPr>
            <p:spPr>
              <a:xfrm>
                <a:off x="2071348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立方体 162">
                <a:extLst>
                  <a:ext uri="{FF2B5EF4-FFF2-40B4-BE49-F238E27FC236}">
                    <a16:creationId xmlns:a16="http://schemas.microsoft.com/office/drawing/2014/main" id="{226A2371-3C5E-51D4-63FB-59128FF007EF}"/>
                  </a:ext>
                </a:extLst>
              </p:cNvPr>
              <p:cNvSpPr/>
              <p:nvPr/>
            </p:nvSpPr>
            <p:spPr>
              <a:xfrm>
                <a:off x="2234861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立方体 163">
                <a:extLst>
                  <a:ext uri="{FF2B5EF4-FFF2-40B4-BE49-F238E27FC236}">
                    <a16:creationId xmlns:a16="http://schemas.microsoft.com/office/drawing/2014/main" id="{7A9EFEC9-A890-5178-35E1-2CB9A4489E76}"/>
                  </a:ext>
                </a:extLst>
              </p:cNvPr>
              <p:cNvSpPr/>
              <p:nvPr/>
            </p:nvSpPr>
            <p:spPr>
              <a:xfrm>
                <a:off x="2391153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立方体 164">
                <a:extLst>
                  <a:ext uri="{FF2B5EF4-FFF2-40B4-BE49-F238E27FC236}">
                    <a16:creationId xmlns:a16="http://schemas.microsoft.com/office/drawing/2014/main" id="{CCE03953-CB28-8DB1-FB30-126CE32E5C83}"/>
                  </a:ext>
                </a:extLst>
              </p:cNvPr>
              <p:cNvSpPr/>
              <p:nvPr/>
            </p:nvSpPr>
            <p:spPr>
              <a:xfrm>
                <a:off x="2391430" y="2224642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立方体 165">
                <a:extLst>
                  <a:ext uri="{FF2B5EF4-FFF2-40B4-BE49-F238E27FC236}">
                    <a16:creationId xmlns:a16="http://schemas.microsoft.com/office/drawing/2014/main" id="{6FCB18EC-CA12-7E00-A095-2E58E00D5689}"/>
                  </a:ext>
                </a:extLst>
              </p:cNvPr>
              <p:cNvSpPr/>
              <p:nvPr/>
            </p:nvSpPr>
            <p:spPr>
              <a:xfrm>
                <a:off x="2396217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立方体 166">
                <a:extLst>
                  <a:ext uri="{FF2B5EF4-FFF2-40B4-BE49-F238E27FC236}">
                    <a16:creationId xmlns:a16="http://schemas.microsoft.com/office/drawing/2014/main" id="{F8CD1FF0-762A-EEA5-F415-CCA19C7C933B}"/>
                  </a:ext>
                </a:extLst>
              </p:cNvPr>
              <p:cNvSpPr/>
              <p:nvPr/>
            </p:nvSpPr>
            <p:spPr>
              <a:xfrm>
                <a:off x="1907687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立方体 167">
                <a:extLst>
                  <a:ext uri="{FF2B5EF4-FFF2-40B4-BE49-F238E27FC236}">
                    <a16:creationId xmlns:a16="http://schemas.microsoft.com/office/drawing/2014/main" id="{B20B48A8-77D4-5708-0F07-BD85DC5B0C69}"/>
                  </a:ext>
                </a:extLst>
              </p:cNvPr>
              <p:cNvSpPr/>
              <p:nvPr/>
            </p:nvSpPr>
            <p:spPr>
              <a:xfrm>
                <a:off x="2071200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立方体 168">
                <a:extLst>
                  <a:ext uri="{FF2B5EF4-FFF2-40B4-BE49-F238E27FC236}">
                    <a16:creationId xmlns:a16="http://schemas.microsoft.com/office/drawing/2014/main" id="{F864E7F2-84BA-EF31-1F9F-E6EEC659BDBD}"/>
                  </a:ext>
                </a:extLst>
              </p:cNvPr>
              <p:cNvSpPr/>
              <p:nvPr/>
            </p:nvSpPr>
            <p:spPr>
              <a:xfrm>
                <a:off x="2234713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0" name="立方体 169">
                <a:extLst>
                  <a:ext uri="{FF2B5EF4-FFF2-40B4-BE49-F238E27FC236}">
                    <a16:creationId xmlns:a16="http://schemas.microsoft.com/office/drawing/2014/main" id="{DE27CF81-154C-971A-6255-A2345CCC54E8}"/>
                  </a:ext>
                </a:extLst>
              </p:cNvPr>
              <p:cNvSpPr/>
              <p:nvPr/>
            </p:nvSpPr>
            <p:spPr>
              <a:xfrm>
                <a:off x="2396069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立方体 170">
                <a:extLst>
                  <a:ext uri="{FF2B5EF4-FFF2-40B4-BE49-F238E27FC236}">
                    <a16:creationId xmlns:a16="http://schemas.microsoft.com/office/drawing/2014/main" id="{0EECD08E-777B-D7E5-FF83-EDB2A0E1D348}"/>
                  </a:ext>
                </a:extLst>
              </p:cNvPr>
              <p:cNvSpPr/>
              <p:nvPr/>
            </p:nvSpPr>
            <p:spPr>
              <a:xfrm>
                <a:off x="2555240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立方体 171">
                <a:extLst>
                  <a:ext uri="{FF2B5EF4-FFF2-40B4-BE49-F238E27FC236}">
                    <a16:creationId xmlns:a16="http://schemas.microsoft.com/office/drawing/2014/main" id="{EA73D76F-049E-C9B9-8A3C-0AB6D9239C64}"/>
                  </a:ext>
                </a:extLst>
              </p:cNvPr>
              <p:cNvSpPr/>
              <p:nvPr/>
            </p:nvSpPr>
            <p:spPr>
              <a:xfrm>
                <a:off x="2557006" y="2217370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立方体 172">
                <a:extLst>
                  <a:ext uri="{FF2B5EF4-FFF2-40B4-BE49-F238E27FC236}">
                    <a16:creationId xmlns:a16="http://schemas.microsoft.com/office/drawing/2014/main" id="{9FF7FC89-657D-750C-5998-85483384E6D0}"/>
                  </a:ext>
                </a:extLst>
              </p:cNvPr>
              <p:cNvSpPr/>
              <p:nvPr/>
            </p:nvSpPr>
            <p:spPr>
              <a:xfrm>
                <a:off x="2555739" y="2065089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立方体 173">
                <a:extLst>
                  <a:ext uri="{FF2B5EF4-FFF2-40B4-BE49-F238E27FC236}">
                    <a16:creationId xmlns:a16="http://schemas.microsoft.com/office/drawing/2014/main" id="{425E6182-760A-1540-23A8-CC4606EB6CC6}"/>
                  </a:ext>
                </a:extLst>
              </p:cNvPr>
              <p:cNvSpPr/>
              <p:nvPr/>
            </p:nvSpPr>
            <p:spPr>
              <a:xfrm>
                <a:off x="2557505" y="1910520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2" name="立方体 211">
              <a:extLst>
                <a:ext uri="{FF2B5EF4-FFF2-40B4-BE49-F238E27FC236}">
                  <a16:creationId xmlns:a16="http://schemas.microsoft.com/office/drawing/2014/main" id="{B7276D98-E47D-9950-28EE-F70B7D339B57}"/>
                </a:ext>
              </a:extLst>
            </p:cNvPr>
            <p:cNvSpPr/>
            <p:nvPr/>
          </p:nvSpPr>
          <p:spPr>
            <a:xfrm rot="16200000">
              <a:off x="4081013" y="628471"/>
              <a:ext cx="97365" cy="367613"/>
            </a:xfrm>
            <a:prstGeom prst="cube">
              <a:avLst>
                <a:gd name="adj" fmla="val 3240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5E2F78D9-396B-2CC0-598D-7200D4770588}"/>
                </a:ext>
              </a:extLst>
            </p:cNvPr>
            <p:cNvSpPr txBox="1"/>
            <p:nvPr/>
          </p:nvSpPr>
          <p:spPr>
            <a:xfrm>
              <a:off x="5108050" y="653378"/>
              <a:ext cx="6985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……</a:t>
              </a:r>
              <a:endParaRPr lang="zh-CN" altLang="en-US" sz="1600" dirty="0"/>
            </a:p>
            <a:p>
              <a:endParaRPr lang="zh-CN" altLang="en-US" dirty="0"/>
            </a:p>
          </p:txBody>
        </p:sp>
        <p:sp>
          <p:nvSpPr>
            <p:cNvPr id="215" name="立方体 214">
              <a:extLst>
                <a:ext uri="{FF2B5EF4-FFF2-40B4-BE49-F238E27FC236}">
                  <a16:creationId xmlns:a16="http://schemas.microsoft.com/office/drawing/2014/main" id="{502F7862-4749-1653-BBBA-697D4E70C101}"/>
                </a:ext>
              </a:extLst>
            </p:cNvPr>
            <p:cNvSpPr/>
            <p:nvPr/>
          </p:nvSpPr>
          <p:spPr>
            <a:xfrm>
              <a:off x="4477786" y="1479960"/>
              <a:ext cx="147637" cy="615553"/>
            </a:xfrm>
            <a:prstGeom prst="cube">
              <a:avLst>
                <a:gd name="adj" fmla="val 35184"/>
              </a:avLst>
            </a:prstGeom>
            <a:gradFill>
              <a:gsLst>
                <a:gs pos="84000">
                  <a:schemeClr val="accent1">
                    <a:lumMod val="5000"/>
                    <a:lumOff val="95000"/>
                  </a:schemeClr>
                </a:gs>
                <a:gs pos="33000">
                  <a:schemeClr val="accent1">
                    <a:lumMod val="45000"/>
                    <a:lumOff val="55000"/>
                  </a:schemeClr>
                </a:gs>
                <a:gs pos="17000">
                  <a:schemeClr val="accent1">
                    <a:lumMod val="45000"/>
                    <a:lumOff val="55000"/>
                  </a:schemeClr>
                </a:gs>
                <a:gs pos="100000">
                  <a:schemeClr val="tx2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立方体 215">
              <a:extLst>
                <a:ext uri="{FF2B5EF4-FFF2-40B4-BE49-F238E27FC236}">
                  <a16:creationId xmlns:a16="http://schemas.microsoft.com/office/drawing/2014/main" id="{7D4793AD-FF13-7748-5F10-B0BF4E0E4779}"/>
                </a:ext>
              </a:extLst>
            </p:cNvPr>
            <p:cNvSpPr/>
            <p:nvPr/>
          </p:nvSpPr>
          <p:spPr>
            <a:xfrm>
              <a:off x="4915703" y="1675839"/>
              <a:ext cx="147637" cy="416287"/>
            </a:xfrm>
            <a:prstGeom prst="cube">
              <a:avLst>
                <a:gd name="adj" fmla="val 35184"/>
              </a:avLst>
            </a:prstGeom>
            <a:gradFill>
              <a:gsLst>
                <a:gs pos="53000">
                  <a:schemeClr val="accent1">
                    <a:lumMod val="5000"/>
                    <a:lumOff val="95000"/>
                  </a:schemeClr>
                </a:gs>
                <a:gs pos="33000">
                  <a:schemeClr val="accent1">
                    <a:lumMod val="45000"/>
                    <a:lumOff val="55000"/>
                  </a:schemeClr>
                </a:gs>
                <a:gs pos="17000">
                  <a:schemeClr val="tx2">
                    <a:lumMod val="50000"/>
                    <a:lumOff val="50000"/>
                  </a:schemeClr>
                </a:gs>
                <a:gs pos="100000">
                  <a:schemeClr val="tx2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B9C338AE-6E32-A21C-1286-4E85A3ED5FE6}"/>
                </a:ext>
              </a:extLst>
            </p:cNvPr>
            <p:cNvSpPr txBox="1"/>
            <p:nvPr/>
          </p:nvSpPr>
          <p:spPr>
            <a:xfrm>
              <a:off x="5171219" y="1745994"/>
              <a:ext cx="6985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……</a:t>
              </a:r>
              <a:endParaRPr lang="zh-CN" altLang="en-US" sz="1600" dirty="0"/>
            </a:p>
            <a:p>
              <a:endParaRPr lang="zh-CN" altLang="en-US" dirty="0"/>
            </a:p>
          </p:txBody>
        </p:sp>
        <p:sp>
          <p:nvSpPr>
            <p:cNvPr id="218" name="立方体 217">
              <a:extLst>
                <a:ext uri="{FF2B5EF4-FFF2-40B4-BE49-F238E27FC236}">
                  <a16:creationId xmlns:a16="http://schemas.microsoft.com/office/drawing/2014/main" id="{2FFC9D45-DC20-789A-3281-F666BA03E95A}"/>
                </a:ext>
              </a:extLst>
            </p:cNvPr>
            <p:cNvSpPr/>
            <p:nvPr/>
          </p:nvSpPr>
          <p:spPr>
            <a:xfrm>
              <a:off x="3614787" y="1441232"/>
              <a:ext cx="147637" cy="659769"/>
            </a:xfrm>
            <a:prstGeom prst="cube">
              <a:avLst>
                <a:gd name="adj" fmla="val 35184"/>
              </a:avLst>
            </a:prstGeom>
            <a:gradFill>
              <a:gsLst>
                <a:gs pos="45000">
                  <a:schemeClr val="tx2">
                    <a:lumMod val="50000"/>
                    <a:lumOff val="50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0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立方体 218">
              <a:extLst>
                <a:ext uri="{FF2B5EF4-FFF2-40B4-BE49-F238E27FC236}">
                  <a16:creationId xmlns:a16="http://schemas.microsoft.com/office/drawing/2014/main" id="{14E09CB6-A579-8081-E32E-63F7205D7BA6}"/>
                </a:ext>
              </a:extLst>
            </p:cNvPr>
            <p:cNvSpPr/>
            <p:nvPr/>
          </p:nvSpPr>
          <p:spPr>
            <a:xfrm>
              <a:off x="5634155" y="1547472"/>
              <a:ext cx="147637" cy="506300"/>
            </a:xfrm>
            <a:prstGeom prst="cube">
              <a:avLst>
                <a:gd name="adj" fmla="val 35184"/>
              </a:avLst>
            </a:prstGeom>
            <a:gradFill>
              <a:gsLst>
                <a:gs pos="92000">
                  <a:schemeClr val="accent1">
                    <a:lumMod val="5000"/>
                    <a:lumOff val="95000"/>
                  </a:schemeClr>
                </a:gs>
                <a:gs pos="51000">
                  <a:schemeClr val="accent1">
                    <a:lumMod val="50000"/>
                  </a:schemeClr>
                </a:gs>
                <a:gs pos="12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立方体 219">
              <a:extLst>
                <a:ext uri="{FF2B5EF4-FFF2-40B4-BE49-F238E27FC236}">
                  <a16:creationId xmlns:a16="http://schemas.microsoft.com/office/drawing/2014/main" id="{520DA329-6286-033F-D22C-BF1C3B70E86D}"/>
                </a:ext>
              </a:extLst>
            </p:cNvPr>
            <p:cNvSpPr/>
            <p:nvPr/>
          </p:nvSpPr>
          <p:spPr>
            <a:xfrm rot="16200000">
              <a:off x="4540285" y="629559"/>
              <a:ext cx="97365" cy="363393"/>
            </a:xfrm>
            <a:prstGeom prst="cube">
              <a:avLst>
                <a:gd name="adj" fmla="val 32408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立方体 220">
              <a:extLst>
                <a:ext uri="{FF2B5EF4-FFF2-40B4-BE49-F238E27FC236}">
                  <a16:creationId xmlns:a16="http://schemas.microsoft.com/office/drawing/2014/main" id="{48CD0004-04B8-18D9-44E9-59757719509C}"/>
                </a:ext>
              </a:extLst>
            </p:cNvPr>
            <p:cNvSpPr/>
            <p:nvPr/>
          </p:nvSpPr>
          <p:spPr>
            <a:xfrm>
              <a:off x="3648286" y="1014316"/>
              <a:ext cx="147637" cy="351569"/>
            </a:xfrm>
            <a:prstGeom prst="cube">
              <a:avLst>
                <a:gd name="adj" fmla="val 35184"/>
              </a:avLst>
            </a:prstGeom>
            <a:solidFill>
              <a:srgbClr val="C1E5F5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立方体 221">
              <a:extLst>
                <a:ext uri="{FF2B5EF4-FFF2-40B4-BE49-F238E27FC236}">
                  <a16:creationId xmlns:a16="http://schemas.microsoft.com/office/drawing/2014/main" id="{BE4DCA31-520F-EAC8-9175-57A90516E3DD}"/>
                </a:ext>
              </a:extLst>
            </p:cNvPr>
            <p:cNvSpPr/>
            <p:nvPr/>
          </p:nvSpPr>
          <p:spPr>
            <a:xfrm>
              <a:off x="4050339" y="1031202"/>
              <a:ext cx="147637" cy="351569"/>
            </a:xfrm>
            <a:prstGeom prst="cube">
              <a:avLst>
                <a:gd name="adj" fmla="val 35184"/>
              </a:avLst>
            </a:prstGeom>
            <a:solidFill>
              <a:srgbClr val="10486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立方体 222">
              <a:extLst>
                <a:ext uri="{FF2B5EF4-FFF2-40B4-BE49-F238E27FC236}">
                  <a16:creationId xmlns:a16="http://schemas.microsoft.com/office/drawing/2014/main" id="{1BCC924B-53DD-BD64-C94C-C49C46094A8B}"/>
                </a:ext>
              </a:extLst>
            </p:cNvPr>
            <p:cNvSpPr/>
            <p:nvPr/>
          </p:nvSpPr>
          <p:spPr>
            <a:xfrm>
              <a:off x="4512596" y="1014316"/>
              <a:ext cx="147637" cy="351569"/>
            </a:xfrm>
            <a:prstGeom prst="cube">
              <a:avLst>
                <a:gd name="adj" fmla="val 35184"/>
              </a:avLst>
            </a:prstGeom>
            <a:solidFill>
              <a:srgbClr val="46B1E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立方体 223">
              <a:extLst>
                <a:ext uri="{FF2B5EF4-FFF2-40B4-BE49-F238E27FC236}">
                  <a16:creationId xmlns:a16="http://schemas.microsoft.com/office/drawing/2014/main" id="{52A5DA30-9779-C791-4D05-4AC8898ABB2E}"/>
                </a:ext>
              </a:extLst>
            </p:cNvPr>
            <p:cNvSpPr/>
            <p:nvPr/>
          </p:nvSpPr>
          <p:spPr>
            <a:xfrm rot="16200000">
              <a:off x="4952898" y="629559"/>
              <a:ext cx="97365" cy="363393"/>
            </a:xfrm>
            <a:prstGeom prst="cube">
              <a:avLst>
                <a:gd name="adj" fmla="val 32408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立方体 224">
              <a:extLst>
                <a:ext uri="{FF2B5EF4-FFF2-40B4-BE49-F238E27FC236}">
                  <a16:creationId xmlns:a16="http://schemas.microsoft.com/office/drawing/2014/main" id="{43C19390-68C9-2211-D687-09D7896830AE}"/>
                </a:ext>
              </a:extLst>
            </p:cNvPr>
            <p:cNvSpPr/>
            <p:nvPr/>
          </p:nvSpPr>
          <p:spPr>
            <a:xfrm>
              <a:off x="4950789" y="1014316"/>
              <a:ext cx="147637" cy="351569"/>
            </a:xfrm>
            <a:prstGeom prst="cube">
              <a:avLst>
                <a:gd name="adj" fmla="val 35184"/>
              </a:avLst>
            </a:prstGeom>
            <a:solidFill>
              <a:srgbClr val="215F9A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立方体 225">
              <a:extLst>
                <a:ext uri="{FF2B5EF4-FFF2-40B4-BE49-F238E27FC236}">
                  <a16:creationId xmlns:a16="http://schemas.microsoft.com/office/drawing/2014/main" id="{ED914D50-F9C7-B233-2F38-CC6A6E99C6CA}"/>
                </a:ext>
              </a:extLst>
            </p:cNvPr>
            <p:cNvSpPr/>
            <p:nvPr/>
          </p:nvSpPr>
          <p:spPr>
            <a:xfrm>
              <a:off x="5668711" y="1030770"/>
              <a:ext cx="147637" cy="351569"/>
            </a:xfrm>
            <a:prstGeom prst="cube">
              <a:avLst>
                <a:gd name="adj" fmla="val 35184"/>
              </a:avLst>
            </a:prstGeom>
            <a:solidFill>
              <a:srgbClr val="4E95D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箭头: 下 226">
              <a:extLst>
                <a:ext uri="{FF2B5EF4-FFF2-40B4-BE49-F238E27FC236}">
                  <a16:creationId xmlns:a16="http://schemas.microsoft.com/office/drawing/2014/main" id="{3CA34676-AE46-ACBC-C939-691ADF1A6602}"/>
                </a:ext>
              </a:extLst>
            </p:cNvPr>
            <p:cNvSpPr/>
            <p:nvPr/>
          </p:nvSpPr>
          <p:spPr>
            <a:xfrm>
              <a:off x="4749709" y="896405"/>
              <a:ext cx="104775" cy="147745"/>
            </a:xfrm>
            <a:prstGeom prst="downArrow">
              <a:avLst/>
            </a:prstGeom>
            <a:solidFill>
              <a:srgbClr val="F48F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箭头: 下 227">
              <a:extLst>
                <a:ext uri="{FF2B5EF4-FFF2-40B4-BE49-F238E27FC236}">
                  <a16:creationId xmlns:a16="http://schemas.microsoft.com/office/drawing/2014/main" id="{529845AE-B532-FCDD-AD09-16783FC61129}"/>
                </a:ext>
              </a:extLst>
            </p:cNvPr>
            <p:cNvSpPr/>
            <p:nvPr/>
          </p:nvSpPr>
          <p:spPr>
            <a:xfrm>
              <a:off x="4768350" y="1353615"/>
              <a:ext cx="104775" cy="194640"/>
            </a:xfrm>
            <a:prstGeom prst="downArrow">
              <a:avLst/>
            </a:prstGeom>
            <a:solidFill>
              <a:srgbClr val="F48F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立方体 228">
              <a:extLst>
                <a:ext uri="{FF2B5EF4-FFF2-40B4-BE49-F238E27FC236}">
                  <a16:creationId xmlns:a16="http://schemas.microsoft.com/office/drawing/2014/main" id="{DE5ED580-E3DE-FCB8-378A-791792F96DF3}"/>
                </a:ext>
              </a:extLst>
            </p:cNvPr>
            <p:cNvSpPr/>
            <p:nvPr/>
          </p:nvSpPr>
          <p:spPr>
            <a:xfrm rot="16200000">
              <a:off x="5684048" y="629558"/>
              <a:ext cx="97365" cy="363393"/>
            </a:xfrm>
            <a:prstGeom prst="cube">
              <a:avLst>
                <a:gd name="adj" fmla="val 32408"/>
              </a:avLst>
            </a:prstGeom>
            <a:solidFill>
              <a:srgbClr val="4E95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C9B5C641-E386-678B-AD1D-CEED8B7E2CC8}"/>
                </a:ext>
              </a:extLst>
            </p:cNvPr>
            <p:cNvSpPr txBox="1"/>
            <p:nvPr/>
          </p:nvSpPr>
          <p:spPr>
            <a:xfrm>
              <a:off x="5145040" y="1004558"/>
              <a:ext cx="6985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……</a:t>
              </a:r>
              <a:endParaRPr lang="zh-CN" altLang="en-US" sz="1600" dirty="0"/>
            </a:p>
            <a:p>
              <a:endParaRPr lang="zh-CN" altLang="en-US" dirty="0"/>
            </a:p>
          </p:txBody>
        </p:sp>
        <p:sp>
          <p:nvSpPr>
            <p:cNvPr id="231" name="立方体 230">
              <a:extLst>
                <a:ext uri="{FF2B5EF4-FFF2-40B4-BE49-F238E27FC236}">
                  <a16:creationId xmlns:a16="http://schemas.microsoft.com/office/drawing/2014/main" id="{B6CA8A22-6A14-990E-3FD0-7DAF417BFF30}"/>
                </a:ext>
              </a:extLst>
            </p:cNvPr>
            <p:cNvSpPr/>
            <p:nvPr/>
          </p:nvSpPr>
          <p:spPr>
            <a:xfrm rot="16200000">
              <a:off x="3622695" y="2072761"/>
              <a:ext cx="97365" cy="367612"/>
            </a:xfrm>
            <a:prstGeom prst="cube">
              <a:avLst>
                <a:gd name="adj" fmla="val 32408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4000">
                  <a:schemeClr val="accent1">
                    <a:lumMod val="45000"/>
                    <a:lumOff val="55000"/>
                  </a:schemeClr>
                </a:gs>
                <a:gs pos="17000">
                  <a:schemeClr val="accent1">
                    <a:lumMod val="45000"/>
                    <a:lumOff val="55000"/>
                  </a:schemeClr>
                </a:gs>
                <a:gs pos="98000">
                  <a:schemeClr val="tx2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立方体 231">
              <a:extLst>
                <a:ext uri="{FF2B5EF4-FFF2-40B4-BE49-F238E27FC236}">
                  <a16:creationId xmlns:a16="http://schemas.microsoft.com/office/drawing/2014/main" id="{4A321246-5CFD-F70D-1D3A-F402AC7147D2}"/>
                </a:ext>
              </a:extLst>
            </p:cNvPr>
            <p:cNvSpPr/>
            <p:nvPr/>
          </p:nvSpPr>
          <p:spPr>
            <a:xfrm rot="16200000">
              <a:off x="4111362" y="2072760"/>
              <a:ext cx="97365" cy="367613"/>
            </a:xfrm>
            <a:prstGeom prst="cube">
              <a:avLst>
                <a:gd name="adj" fmla="val 32408"/>
              </a:avLst>
            </a:prstGeom>
            <a:gradFill>
              <a:gsLst>
                <a:gs pos="5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17000">
                  <a:schemeClr val="accent1">
                    <a:lumMod val="45000"/>
                    <a:lumOff val="55000"/>
                  </a:schemeClr>
                </a:gs>
                <a:gs pos="98000">
                  <a:schemeClr val="tx2">
                    <a:lumMod val="90000"/>
                    <a:lumOff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立方体 232">
              <a:extLst>
                <a:ext uri="{FF2B5EF4-FFF2-40B4-BE49-F238E27FC236}">
                  <a16:creationId xmlns:a16="http://schemas.microsoft.com/office/drawing/2014/main" id="{24DD3316-B7B1-7DE6-B5E9-EAADEF726082}"/>
                </a:ext>
              </a:extLst>
            </p:cNvPr>
            <p:cNvSpPr/>
            <p:nvPr/>
          </p:nvSpPr>
          <p:spPr>
            <a:xfrm rot="16200000">
              <a:off x="4572116" y="2074870"/>
              <a:ext cx="97365" cy="363393"/>
            </a:xfrm>
            <a:prstGeom prst="cube">
              <a:avLst>
                <a:gd name="adj" fmla="val 32408"/>
              </a:avLst>
            </a:prstGeom>
            <a:gradFill>
              <a:gsLst>
                <a:gs pos="91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5200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立方体 233">
              <a:extLst>
                <a:ext uri="{FF2B5EF4-FFF2-40B4-BE49-F238E27FC236}">
                  <a16:creationId xmlns:a16="http://schemas.microsoft.com/office/drawing/2014/main" id="{8A31AE0A-4510-B034-A722-151F9483A103}"/>
                </a:ext>
              </a:extLst>
            </p:cNvPr>
            <p:cNvSpPr/>
            <p:nvPr/>
          </p:nvSpPr>
          <p:spPr>
            <a:xfrm rot="16200000">
              <a:off x="4984730" y="2073567"/>
              <a:ext cx="97365" cy="363393"/>
            </a:xfrm>
            <a:prstGeom prst="cube">
              <a:avLst>
                <a:gd name="adj" fmla="val 32408"/>
              </a:avLst>
            </a:prstGeom>
            <a:gradFill>
              <a:gsLst>
                <a:gs pos="100000">
                  <a:schemeClr val="tx2">
                    <a:lumMod val="90000"/>
                    <a:lumOff val="10000"/>
                  </a:schemeClr>
                </a:gs>
                <a:gs pos="67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5200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立方体 234">
              <a:extLst>
                <a:ext uri="{FF2B5EF4-FFF2-40B4-BE49-F238E27FC236}">
                  <a16:creationId xmlns:a16="http://schemas.microsoft.com/office/drawing/2014/main" id="{96F25611-4F06-CE07-4C19-6E2711F16949}"/>
                </a:ext>
              </a:extLst>
            </p:cNvPr>
            <p:cNvSpPr/>
            <p:nvPr/>
          </p:nvSpPr>
          <p:spPr>
            <a:xfrm rot="16200000">
              <a:off x="5712222" y="2083343"/>
              <a:ext cx="97365" cy="363393"/>
            </a:xfrm>
            <a:prstGeom prst="cube">
              <a:avLst>
                <a:gd name="adj" fmla="val 32408"/>
              </a:avLst>
            </a:prstGeom>
            <a:gradFill>
              <a:gsLst>
                <a:gs pos="100000">
                  <a:schemeClr val="tx2">
                    <a:lumMod val="50000"/>
                    <a:lumOff val="50000"/>
                  </a:schemeClr>
                </a:gs>
                <a:gs pos="29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52000">
                  <a:schemeClr val="accent1">
                    <a:lumMod val="45000"/>
                    <a:lumOff val="5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157605FB-B59C-5910-85BC-7B0FE0A769BD}"/>
                </a:ext>
              </a:extLst>
            </p:cNvPr>
            <p:cNvSpPr txBox="1"/>
            <p:nvPr/>
          </p:nvSpPr>
          <p:spPr>
            <a:xfrm>
              <a:off x="5190697" y="2084402"/>
              <a:ext cx="6985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……</a:t>
              </a:r>
              <a:endParaRPr lang="zh-CN" altLang="en-US" sz="1600" dirty="0"/>
            </a:p>
            <a:p>
              <a:endParaRPr lang="zh-CN" altLang="en-US" dirty="0"/>
            </a:p>
          </p:txBody>
        </p:sp>
        <p:sp>
          <p:nvSpPr>
            <p:cNvPr id="237" name="箭头: 下 236">
              <a:extLst>
                <a:ext uri="{FF2B5EF4-FFF2-40B4-BE49-F238E27FC236}">
                  <a16:creationId xmlns:a16="http://schemas.microsoft.com/office/drawing/2014/main" id="{BD5EF31E-45BD-12C4-2C96-14DF30685BD7}"/>
                </a:ext>
              </a:extLst>
            </p:cNvPr>
            <p:cNvSpPr/>
            <p:nvPr/>
          </p:nvSpPr>
          <p:spPr>
            <a:xfrm>
              <a:off x="5301508" y="2048874"/>
              <a:ext cx="104775" cy="137448"/>
            </a:xfrm>
            <a:prstGeom prst="downArrow">
              <a:avLst/>
            </a:prstGeom>
            <a:solidFill>
              <a:srgbClr val="F48F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矩形: 圆角 239">
              <a:extLst>
                <a:ext uri="{FF2B5EF4-FFF2-40B4-BE49-F238E27FC236}">
                  <a16:creationId xmlns:a16="http://schemas.microsoft.com/office/drawing/2014/main" id="{7271FE56-A46B-992B-EEAF-83CCADD7ECB6}"/>
                </a:ext>
              </a:extLst>
            </p:cNvPr>
            <p:cNvSpPr/>
            <p:nvPr/>
          </p:nvSpPr>
          <p:spPr>
            <a:xfrm>
              <a:off x="3455739" y="989695"/>
              <a:ext cx="2613963" cy="397643"/>
            </a:xfrm>
            <a:prstGeom prst="round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2" name="矩形: 圆角 241">
              <a:extLst>
                <a:ext uri="{FF2B5EF4-FFF2-40B4-BE49-F238E27FC236}">
                  <a16:creationId xmlns:a16="http://schemas.microsoft.com/office/drawing/2014/main" id="{81D0B981-FE28-8BC4-3A3C-671CF3BA6192}"/>
                </a:ext>
              </a:extLst>
            </p:cNvPr>
            <p:cNvSpPr/>
            <p:nvPr/>
          </p:nvSpPr>
          <p:spPr>
            <a:xfrm>
              <a:off x="3480446" y="1424114"/>
              <a:ext cx="2575809" cy="699318"/>
            </a:xfrm>
            <a:prstGeom prst="round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258B1F2B-77DE-1349-C2F1-99DA49210651}"/>
                </a:ext>
              </a:extLst>
            </p:cNvPr>
            <p:cNvSpPr/>
            <p:nvPr/>
          </p:nvSpPr>
          <p:spPr>
            <a:xfrm>
              <a:off x="3461368" y="2135024"/>
              <a:ext cx="2613963" cy="204313"/>
            </a:xfrm>
            <a:prstGeom prst="roundRect">
              <a:avLst/>
            </a:prstGeom>
            <a:noFill/>
            <a:ln w="9525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FDD55A2E-3D89-C113-6C52-89442FD13D2B}"/>
                </a:ext>
              </a:extLst>
            </p:cNvPr>
            <p:cNvSpPr/>
            <p:nvPr/>
          </p:nvSpPr>
          <p:spPr>
            <a:xfrm>
              <a:off x="2572519" y="3083580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1023ACF2-4E11-B890-71D5-9E47CBC74096}"/>
                </a:ext>
              </a:extLst>
            </p:cNvPr>
            <p:cNvSpPr/>
            <p:nvPr/>
          </p:nvSpPr>
          <p:spPr>
            <a:xfrm>
              <a:off x="2572519" y="3442537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0BF3B858-C862-64DC-061D-573345EB6422}"/>
                </a:ext>
              </a:extLst>
            </p:cNvPr>
            <p:cNvSpPr/>
            <p:nvPr/>
          </p:nvSpPr>
          <p:spPr>
            <a:xfrm>
              <a:off x="2572519" y="3816067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704D90E7-A1E7-1A1B-98D5-5AA737A023A7}"/>
                </a:ext>
              </a:extLst>
            </p:cNvPr>
            <p:cNvSpPr/>
            <p:nvPr/>
          </p:nvSpPr>
          <p:spPr>
            <a:xfrm>
              <a:off x="2572519" y="4184964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69B5F41E-E21D-F512-0B10-D910D7BFF412}"/>
                </a:ext>
              </a:extLst>
            </p:cNvPr>
            <p:cNvSpPr/>
            <p:nvPr/>
          </p:nvSpPr>
          <p:spPr>
            <a:xfrm>
              <a:off x="3149319" y="2840459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C0DCA5D5-798D-DDFA-5F41-4D7CAEEF9D94}"/>
                </a:ext>
              </a:extLst>
            </p:cNvPr>
            <p:cNvSpPr/>
            <p:nvPr/>
          </p:nvSpPr>
          <p:spPr>
            <a:xfrm>
              <a:off x="3149319" y="3236826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52B2B87C-4C92-BE1C-63C4-7BD1A8C9FABA}"/>
                </a:ext>
              </a:extLst>
            </p:cNvPr>
            <p:cNvSpPr/>
            <p:nvPr/>
          </p:nvSpPr>
          <p:spPr>
            <a:xfrm>
              <a:off x="3149319" y="3628427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1BA80DF2-40FA-48F8-012E-E8FB9DF2C5CA}"/>
                </a:ext>
              </a:extLst>
            </p:cNvPr>
            <p:cNvSpPr/>
            <p:nvPr/>
          </p:nvSpPr>
          <p:spPr>
            <a:xfrm>
              <a:off x="3149319" y="4020028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B35B936B-6E81-46E9-6992-CCB325B1750F}"/>
                </a:ext>
              </a:extLst>
            </p:cNvPr>
            <p:cNvSpPr/>
            <p:nvPr/>
          </p:nvSpPr>
          <p:spPr>
            <a:xfrm>
              <a:off x="3149319" y="4411629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8EF5C715-640D-FB95-FEAE-FB2E846C184A}"/>
                </a:ext>
              </a:extLst>
            </p:cNvPr>
            <p:cNvCxnSpPr>
              <a:stCxn id="244" idx="6"/>
              <a:endCxn id="248" idx="2"/>
            </p:cNvCxnSpPr>
            <p:nvPr/>
          </p:nvCxnSpPr>
          <p:spPr>
            <a:xfrm flipV="1">
              <a:off x="2783318" y="2949155"/>
              <a:ext cx="366001" cy="24312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13A76A01-2967-77CF-2833-8793B8370128}"/>
                </a:ext>
              </a:extLst>
            </p:cNvPr>
            <p:cNvCxnSpPr>
              <a:stCxn id="244" idx="6"/>
              <a:endCxn id="249" idx="2"/>
            </p:cNvCxnSpPr>
            <p:nvPr/>
          </p:nvCxnSpPr>
          <p:spPr>
            <a:xfrm>
              <a:off x="2783318" y="3192276"/>
              <a:ext cx="366001" cy="153246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7E5BF3EE-4B7C-97C3-1C63-B91DC6608D89}"/>
                </a:ext>
              </a:extLst>
            </p:cNvPr>
            <p:cNvCxnSpPr>
              <a:stCxn id="244" idx="6"/>
              <a:endCxn id="250" idx="2"/>
            </p:cNvCxnSpPr>
            <p:nvPr/>
          </p:nvCxnSpPr>
          <p:spPr>
            <a:xfrm>
              <a:off x="2783318" y="3192276"/>
              <a:ext cx="366001" cy="544847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07F6DB5C-DA6C-E019-6DEA-3826EF99ECB9}"/>
                </a:ext>
              </a:extLst>
            </p:cNvPr>
            <p:cNvCxnSpPr>
              <a:stCxn id="244" idx="6"/>
              <a:endCxn id="251" idx="2"/>
            </p:cNvCxnSpPr>
            <p:nvPr/>
          </p:nvCxnSpPr>
          <p:spPr>
            <a:xfrm>
              <a:off x="2783318" y="3192276"/>
              <a:ext cx="366001" cy="93644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D1DFF527-A5F8-EBC5-E57C-3B41FE1036E4}"/>
                </a:ext>
              </a:extLst>
            </p:cNvPr>
            <p:cNvCxnSpPr>
              <a:stCxn id="244" idx="6"/>
              <a:endCxn id="252" idx="2"/>
            </p:cNvCxnSpPr>
            <p:nvPr/>
          </p:nvCxnSpPr>
          <p:spPr>
            <a:xfrm>
              <a:off x="2783318" y="3192276"/>
              <a:ext cx="366001" cy="1328049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F7899EF4-1610-1497-8401-ECF7F7EA85B5}"/>
                </a:ext>
              </a:extLst>
            </p:cNvPr>
            <p:cNvCxnSpPr>
              <a:cxnSpLocks/>
              <a:stCxn id="245" idx="6"/>
              <a:endCxn id="248" idx="2"/>
            </p:cNvCxnSpPr>
            <p:nvPr/>
          </p:nvCxnSpPr>
          <p:spPr>
            <a:xfrm flipV="1">
              <a:off x="2783318" y="2949155"/>
              <a:ext cx="366001" cy="60207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844DF5EA-9A8C-182A-F73B-4CB55E1533B3}"/>
                </a:ext>
              </a:extLst>
            </p:cNvPr>
            <p:cNvCxnSpPr>
              <a:cxnSpLocks/>
              <a:stCxn id="245" idx="6"/>
              <a:endCxn id="249" idx="2"/>
            </p:cNvCxnSpPr>
            <p:nvPr/>
          </p:nvCxnSpPr>
          <p:spPr>
            <a:xfrm flipV="1">
              <a:off x="2783318" y="3345522"/>
              <a:ext cx="366001" cy="20571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C88022E8-E67B-5B6A-D7DC-45778BB841C3}"/>
                </a:ext>
              </a:extLst>
            </p:cNvPr>
            <p:cNvCxnSpPr>
              <a:cxnSpLocks/>
              <a:stCxn id="245" idx="6"/>
              <a:endCxn id="250" idx="2"/>
            </p:cNvCxnSpPr>
            <p:nvPr/>
          </p:nvCxnSpPr>
          <p:spPr>
            <a:xfrm>
              <a:off x="2783318" y="3551233"/>
              <a:ext cx="366001" cy="185890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C0D0BA4A-C254-7D44-1BA0-D24CA98B93AA}"/>
                </a:ext>
              </a:extLst>
            </p:cNvPr>
            <p:cNvCxnSpPr>
              <a:cxnSpLocks/>
              <a:stCxn id="245" idx="6"/>
              <a:endCxn id="251" idx="2"/>
            </p:cNvCxnSpPr>
            <p:nvPr/>
          </p:nvCxnSpPr>
          <p:spPr>
            <a:xfrm>
              <a:off x="2783318" y="3551233"/>
              <a:ext cx="366001" cy="57749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609FD825-9A60-814C-7218-5C929C87CF9B}"/>
                </a:ext>
              </a:extLst>
            </p:cNvPr>
            <p:cNvCxnSpPr>
              <a:cxnSpLocks/>
              <a:stCxn id="245" idx="6"/>
              <a:endCxn id="252" idx="2"/>
            </p:cNvCxnSpPr>
            <p:nvPr/>
          </p:nvCxnSpPr>
          <p:spPr>
            <a:xfrm>
              <a:off x="2783318" y="3551233"/>
              <a:ext cx="366001" cy="969092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18063E93-0548-630B-2930-21764912E9E6}"/>
                </a:ext>
              </a:extLst>
            </p:cNvPr>
            <p:cNvCxnSpPr>
              <a:cxnSpLocks/>
              <a:stCxn id="246" idx="6"/>
              <a:endCxn id="248" idx="2"/>
            </p:cNvCxnSpPr>
            <p:nvPr/>
          </p:nvCxnSpPr>
          <p:spPr>
            <a:xfrm flipV="1">
              <a:off x="2783318" y="2949155"/>
              <a:ext cx="366001" cy="97560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E927622E-6468-D4D1-CD01-FF2FCE228049}"/>
                </a:ext>
              </a:extLst>
            </p:cNvPr>
            <p:cNvCxnSpPr>
              <a:cxnSpLocks/>
              <a:stCxn id="246" idx="6"/>
              <a:endCxn id="249" idx="2"/>
            </p:cNvCxnSpPr>
            <p:nvPr/>
          </p:nvCxnSpPr>
          <p:spPr>
            <a:xfrm flipV="1">
              <a:off x="2783318" y="3345522"/>
              <a:ext cx="366001" cy="57924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9F0A88A7-2E1B-0CDA-FB35-F499A7A90DE0}"/>
                </a:ext>
              </a:extLst>
            </p:cNvPr>
            <p:cNvCxnSpPr>
              <a:cxnSpLocks/>
              <a:stCxn id="246" idx="6"/>
              <a:endCxn id="250" idx="2"/>
            </p:cNvCxnSpPr>
            <p:nvPr/>
          </p:nvCxnSpPr>
          <p:spPr>
            <a:xfrm flipV="1">
              <a:off x="2783318" y="3737123"/>
              <a:ext cx="366001" cy="187640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434FF1E7-A7F2-951A-D316-E0E30193E820}"/>
                </a:ext>
              </a:extLst>
            </p:cNvPr>
            <p:cNvCxnSpPr>
              <a:cxnSpLocks/>
              <a:stCxn id="246" idx="6"/>
              <a:endCxn id="251" idx="2"/>
            </p:cNvCxnSpPr>
            <p:nvPr/>
          </p:nvCxnSpPr>
          <p:spPr>
            <a:xfrm>
              <a:off x="2783318" y="3924763"/>
              <a:ext cx="366001" cy="20396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D0F920E4-1F5A-538A-3BA9-132CCB4BEEE1}"/>
                </a:ext>
              </a:extLst>
            </p:cNvPr>
            <p:cNvCxnSpPr>
              <a:cxnSpLocks/>
              <a:stCxn id="246" idx="6"/>
              <a:endCxn id="252" idx="2"/>
            </p:cNvCxnSpPr>
            <p:nvPr/>
          </p:nvCxnSpPr>
          <p:spPr>
            <a:xfrm>
              <a:off x="2783318" y="3924763"/>
              <a:ext cx="366001" cy="595562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箭头连接符 320">
              <a:extLst>
                <a:ext uri="{FF2B5EF4-FFF2-40B4-BE49-F238E27FC236}">
                  <a16:creationId xmlns:a16="http://schemas.microsoft.com/office/drawing/2014/main" id="{8C12D994-4B2B-772D-4B16-071A77654652}"/>
                </a:ext>
              </a:extLst>
            </p:cNvPr>
            <p:cNvCxnSpPr>
              <a:cxnSpLocks/>
              <a:stCxn id="247" idx="6"/>
              <a:endCxn id="248" idx="2"/>
            </p:cNvCxnSpPr>
            <p:nvPr/>
          </p:nvCxnSpPr>
          <p:spPr>
            <a:xfrm flipV="1">
              <a:off x="2783318" y="2949155"/>
              <a:ext cx="366001" cy="1344505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1B6F2BB3-DC4B-C6CF-9183-73558F4EAC56}"/>
                </a:ext>
              </a:extLst>
            </p:cNvPr>
            <p:cNvCxnSpPr>
              <a:cxnSpLocks/>
              <a:stCxn id="247" idx="6"/>
              <a:endCxn id="249" idx="2"/>
            </p:cNvCxnSpPr>
            <p:nvPr/>
          </p:nvCxnSpPr>
          <p:spPr>
            <a:xfrm flipV="1">
              <a:off x="2783318" y="3345522"/>
              <a:ext cx="366001" cy="94813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箭头连接符 326">
              <a:extLst>
                <a:ext uri="{FF2B5EF4-FFF2-40B4-BE49-F238E27FC236}">
                  <a16:creationId xmlns:a16="http://schemas.microsoft.com/office/drawing/2014/main" id="{6963D513-D923-67E4-4F67-FB311927BF47}"/>
                </a:ext>
              </a:extLst>
            </p:cNvPr>
            <p:cNvCxnSpPr>
              <a:cxnSpLocks/>
              <a:stCxn id="247" idx="6"/>
              <a:endCxn id="250" idx="2"/>
            </p:cNvCxnSpPr>
            <p:nvPr/>
          </p:nvCxnSpPr>
          <p:spPr>
            <a:xfrm flipV="1">
              <a:off x="2783318" y="3737123"/>
              <a:ext cx="366001" cy="556537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箭头连接符 329">
              <a:extLst>
                <a:ext uri="{FF2B5EF4-FFF2-40B4-BE49-F238E27FC236}">
                  <a16:creationId xmlns:a16="http://schemas.microsoft.com/office/drawing/2014/main" id="{3311D8A3-56F2-DBA7-364D-F2568D8A0D97}"/>
                </a:ext>
              </a:extLst>
            </p:cNvPr>
            <p:cNvCxnSpPr>
              <a:cxnSpLocks/>
              <a:stCxn id="247" idx="6"/>
              <a:endCxn id="251" idx="2"/>
            </p:cNvCxnSpPr>
            <p:nvPr/>
          </p:nvCxnSpPr>
          <p:spPr>
            <a:xfrm flipV="1">
              <a:off x="2783318" y="4128724"/>
              <a:ext cx="366001" cy="164936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箭头连接符 332">
              <a:extLst>
                <a:ext uri="{FF2B5EF4-FFF2-40B4-BE49-F238E27FC236}">
                  <a16:creationId xmlns:a16="http://schemas.microsoft.com/office/drawing/2014/main" id="{B5672724-522D-8ED4-434F-075DECA4E9FF}"/>
                </a:ext>
              </a:extLst>
            </p:cNvPr>
            <p:cNvCxnSpPr>
              <a:cxnSpLocks/>
              <a:stCxn id="247" idx="6"/>
              <a:endCxn id="252" idx="2"/>
            </p:cNvCxnSpPr>
            <p:nvPr/>
          </p:nvCxnSpPr>
          <p:spPr>
            <a:xfrm>
              <a:off x="2783318" y="4293660"/>
              <a:ext cx="366001" cy="226665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6" name="矩形: 圆角 355">
              <a:extLst>
                <a:ext uri="{FF2B5EF4-FFF2-40B4-BE49-F238E27FC236}">
                  <a16:creationId xmlns:a16="http://schemas.microsoft.com/office/drawing/2014/main" id="{16188450-D88D-C14D-CD58-B3840720E85E}"/>
                </a:ext>
              </a:extLst>
            </p:cNvPr>
            <p:cNvSpPr/>
            <p:nvPr/>
          </p:nvSpPr>
          <p:spPr>
            <a:xfrm>
              <a:off x="3626743" y="3122001"/>
              <a:ext cx="1955962" cy="1171658"/>
            </a:xfrm>
            <a:prstGeom prst="roundRect">
              <a:avLst>
                <a:gd name="adj" fmla="val 6513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7" name="文本框 356">
              <a:extLst>
                <a:ext uri="{FF2B5EF4-FFF2-40B4-BE49-F238E27FC236}">
                  <a16:creationId xmlns:a16="http://schemas.microsoft.com/office/drawing/2014/main" id="{59A6BB72-B020-182F-E5E1-44D8D62CA791}"/>
                </a:ext>
              </a:extLst>
            </p:cNvPr>
            <p:cNvSpPr txBox="1"/>
            <p:nvPr/>
          </p:nvSpPr>
          <p:spPr>
            <a:xfrm>
              <a:off x="3768916" y="3162711"/>
              <a:ext cx="16373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Pixel-level </a:t>
              </a:r>
              <a:endParaRPr lang="en-US" altLang="zh-CN" sz="12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zh-CN" sz="1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Detail SSM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2" name="文本框 361">
                  <a:extLst>
                    <a:ext uri="{FF2B5EF4-FFF2-40B4-BE49-F238E27FC236}">
                      <a16:creationId xmlns:a16="http://schemas.microsoft.com/office/drawing/2014/main" id="{5868837D-1C19-676A-A042-919A87A4621E}"/>
                    </a:ext>
                  </a:extLst>
                </p:cNvPr>
                <p:cNvSpPr txBox="1"/>
                <p:nvPr/>
              </p:nvSpPr>
              <p:spPr>
                <a:xfrm>
                  <a:off x="7413182" y="4189205"/>
                  <a:ext cx="942117" cy="4208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  <m:t>𝑙𝑜𝑐𝑎𝑙</m:t>
                            </m:r>
                          </m:sub>
                        </m:sSub>
                        <m:r>
                          <a:rPr lang="pl-PL" altLang="zh-CN" sz="1100" i="1" smtClean="0">
                            <a:latin typeface="Cambria Math" panose="02040503050406030204" pitchFamily="18" charset="0"/>
                          </a:rPr>
                          <m:t>= </m:t>
                        </m:r>
                      </m:oMath>
                    </m:oMathPara>
                  </a14:m>
                  <a:endParaRPr lang="en-US" altLang="zh-CN" sz="11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  <m:r>
                          <a:rPr lang="pl-PL" altLang="zh-CN" sz="1100" i="1" smtClean="0">
                            <a:latin typeface="Cambria Math" panose="02040503050406030204" pitchFamily="18" charset="0"/>
                          </a:rPr>
                          <m:t>𝑆𝑆</m:t>
                        </m:r>
                        <m:sSub>
                          <m:sSubPr>
                            <m:ctrlP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pl-PL" altLang="zh-CN" sz="110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d>
                              <m:dPr>
                                <m:ctrlPr>
                                  <a:rPr lang="pl-PL" altLang="zh-CN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pl-PL" altLang="zh-C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l-PL" altLang="zh-CN" sz="110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pl-PL" altLang="zh-CN" sz="110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  <m:sup>
                                    <m:r>
                                      <a:rPr lang="pl-PL" altLang="zh-CN" sz="11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pl-PL" altLang="zh-CN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altLang="zh-CN" sz="110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l-PL" altLang="zh-CN" sz="110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oMath>
                    </m:oMathPara>
                  </a14:m>
                  <a:endParaRPr lang="zh-CN" altLang="en-US" sz="1100" dirty="0"/>
                </a:p>
              </p:txBody>
            </p:sp>
          </mc:Choice>
          <mc:Fallback>
            <p:sp>
              <p:nvSpPr>
                <p:cNvPr id="362" name="文本框 361">
                  <a:extLst>
                    <a:ext uri="{FF2B5EF4-FFF2-40B4-BE49-F238E27FC236}">
                      <a16:creationId xmlns:a16="http://schemas.microsoft.com/office/drawing/2014/main" id="{5868837D-1C19-676A-A042-919A87A462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3182" y="4189205"/>
                  <a:ext cx="942117" cy="420821"/>
                </a:xfrm>
                <a:prstGeom prst="rect">
                  <a:avLst/>
                </a:prstGeom>
                <a:blipFill>
                  <a:blip r:embed="rId2"/>
                  <a:stretch>
                    <a:fillRect l="-2581" b="-14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7" name="文本框 366">
                  <a:extLst>
                    <a:ext uri="{FF2B5EF4-FFF2-40B4-BE49-F238E27FC236}">
                      <a16:creationId xmlns:a16="http://schemas.microsoft.com/office/drawing/2014/main" id="{C650B7BE-D093-FAB6-1E45-D15FF4BD558E}"/>
                    </a:ext>
                  </a:extLst>
                </p:cNvPr>
                <p:cNvSpPr txBox="1"/>
                <p:nvPr/>
              </p:nvSpPr>
              <p:spPr>
                <a:xfrm>
                  <a:off x="3702974" y="3699575"/>
                  <a:ext cx="1711174" cy="23718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en-US" altLang="zh-CN" sz="1400" i="1" smtClean="0">
                                    <a:solidFill>
                                      <a:srgbClr val="FF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400" i="1" smtClean="0">
                                    <a:solidFill>
                                      <a:srgbClr val="FF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400" i="1" smtClean="0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  <m: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̄"/>
                                <m:ctrlPr>
                                  <a:rPr lang="en-US" altLang="zh-CN" sz="1400" i="1" smtClean="0">
                                    <a:solidFill>
                                      <a:srgbClr val="FF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400" i="1" smtClean="0">
                                    <a:solidFill>
                                      <a:srgbClr val="FF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400" i="1" smtClean="0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67" name="文本框 366">
                  <a:extLst>
                    <a:ext uri="{FF2B5EF4-FFF2-40B4-BE49-F238E27FC236}">
                      <a16:creationId xmlns:a16="http://schemas.microsoft.com/office/drawing/2014/main" id="{C650B7BE-D093-FAB6-1E45-D15FF4BD5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2974" y="3699575"/>
                  <a:ext cx="1711174" cy="237181"/>
                </a:xfrm>
                <a:prstGeom prst="rect">
                  <a:avLst/>
                </a:prstGeom>
                <a:blipFill>
                  <a:blip r:embed="rId3"/>
                  <a:stretch>
                    <a:fillRect l="-1779" t="-2564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8" name="文本框 367">
                  <a:extLst>
                    <a:ext uri="{FF2B5EF4-FFF2-40B4-BE49-F238E27FC236}">
                      <a16:creationId xmlns:a16="http://schemas.microsoft.com/office/drawing/2014/main" id="{9ACFD809-1385-DBAD-50F3-74536A8B71E3}"/>
                    </a:ext>
                  </a:extLst>
                </p:cNvPr>
                <p:cNvSpPr txBox="1"/>
                <p:nvPr/>
              </p:nvSpPr>
              <p:spPr>
                <a:xfrm>
                  <a:off x="3853560" y="3974419"/>
                  <a:ext cx="141000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fr-FR" altLang="zh-CN" sz="1400" i="1" smtClean="0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sz="1400" i="1" smtClean="0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altLang="zh-CN" sz="1400" i="1" smtClean="0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fr-FR" altLang="zh-CN" sz="1400" i="1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FR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68" name="文本框 367">
                  <a:extLst>
                    <a:ext uri="{FF2B5EF4-FFF2-40B4-BE49-F238E27FC236}">
                      <a16:creationId xmlns:a16="http://schemas.microsoft.com/office/drawing/2014/main" id="{9ACFD809-1385-DBAD-50F3-74536A8B7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560" y="3974419"/>
                  <a:ext cx="1410001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2165" b="-2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0" name="直接箭头连接符 369">
              <a:extLst>
                <a:ext uri="{FF2B5EF4-FFF2-40B4-BE49-F238E27FC236}">
                  <a16:creationId xmlns:a16="http://schemas.microsoft.com/office/drawing/2014/main" id="{544BA1FF-9E87-CD85-FC61-CF5FD302EC73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3360118" y="2949155"/>
              <a:ext cx="288602" cy="228574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箭头连接符 371">
              <a:extLst>
                <a:ext uri="{FF2B5EF4-FFF2-40B4-BE49-F238E27FC236}">
                  <a16:creationId xmlns:a16="http://schemas.microsoft.com/office/drawing/2014/main" id="{100BB201-85D8-901C-B8DC-7A4E5A14E4E0}"/>
                </a:ext>
              </a:extLst>
            </p:cNvPr>
            <p:cNvCxnSpPr>
              <a:cxnSpLocks/>
              <a:stCxn id="249" idx="6"/>
            </p:cNvCxnSpPr>
            <p:nvPr/>
          </p:nvCxnSpPr>
          <p:spPr>
            <a:xfrm flipV="1">
              <a:off x="3360118" y="3342672"/>
              <a:ext cx="257785" cy="2850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箭头连接符 373">
              <a:extLst>
                <a:ext uri="{FF2B5EF4-FFF2-40B4-BE49-F238E27FC236}">
                  <a16:creationId xmlns:a16="http://schemas.microsoft.com/office/drawing/2014/main" id="{4E129B52-7E0A-3603-EEF6-FE90E20BE8EF}"/>
                </a:ext>
              </a:extLst>
            </p:cNvPr>
            <p:cNvCxnSpPr>
              <a:cxnSpLocks/>
              <a:stCxn id="250" idx="6"/>
              <a:endCxn id="356" idx="1"/>
            </p:cNvCxnSpPr>
            <p:nvPr/>
          </p:nvCxnSpPr>
          <p:spPr>
            <a:xfrm flipV="1">
              <a:off x="3360118" y="3707830"/>
              <a:ext cx="266625" cy="29293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箭头连接符 379">
              <a:extLst>
                <a:ext uri="{FF2B5EF4-FFF2-40B4-BE49-F238E27FC236}">
                  <a16:creationId xmlns:a16="http://schemas.microsoft.com/office/drawing/2014/main" id="{3754D4FA-9925-6F64-53A8-1F30B1947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800" y="4113778"/>
              <a:ext cx="240103" cy="9229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箭头连接符 380">
              <a:extLst>
                <a:ext uri="{FF2B5EF4-FFF2-40B4-BE49-F238E27FC236}">
                  <a16:creationId xmlns:a16="http://schemas.microsoft.com/office/drawing/2014/main" id="{D51A3D55-3CB2-C2C7-59FB-A3B33FE6D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8958" y="4328357"/>
              <a:ext cx="279762" cy="200857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9594909B-1A6E-61AC-FF34-96A578EEE85A}"/>
                </a:ext>
              </a:extLst>
            </p:cNvPr>
            <p:cNvSpPr/>
            <p:nvPr/>
          </p:nvSpPr>
          <p:spPr>
            <a:xfrm>
              <a:off x="5832413" y="2840459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6D9FE55D-1C6B-0FB8-198B-DF55926137AF}"/>
                </a:ext>
              </a:extLst>
            </p:cNvPr>
            <p:cNvSpPr/>
            <p:nvPr/>
          </p:nvSpPr>
          <p:spPr>
            <a:xfrm>
              <a:off x="5832413" y="3236826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5" name="椭圆 384">
              <a:extLst>
                <a:ext uri="{FF2B5EF4-FFF2-40B4-BE49-F238E27FC236}">
                  <a16:creationId xmlns:a16="http://schemas.microsoft.com/office/drawing/2014/main" id="{3450EF83-306A-07DD-9AD2-9C15310B516A}"/>
                </a:ext>
              </a:extLst>
            </p:cNvPr>
            <p:cNvSpPr/>
            <p:nvPr/>
          </p:nvSpPr>
          <p:spPr>
            <a:xfrm>
              <a:off x="5832413" y="3628427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D304F34D-59C3-515A-66F2-2F8F0A2A289F}"/>
                </a:ext>
              </a:extLst>
            </p:cNvPr>
            <p:cNvSpPr/>
            <p:nvPr/>
          </p:nvSpPr>
          <p:spPr>
            <a:xfrm>
              <a:off x="5832413" y="4020028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椭圆 386">
              <a:extLst>
                <a:ext uri="{FF2B5EF4-FFF2-40B4-BE49-F238E27FC236}">
                  <a16:creationId xmlns:a16="http://schemas.microsoft.com/office/drawing/2014/main" id="{BD665D9D-CF8F-D497-304C-4790B38C74A2}"/>
                </a:ext>
              </a:extLst>
            </p:cNvPr>
            <p:cNvSpPr/>
            <p:nvPr/>
          </p:nvSpPr>
          <p:spPr>
            <a:xfrm>
              <a:off x="5832413" y="4411629"/>
              <a:ext cx="210799" cy="217391"/>
            </a:xfrm>
            <a:prstGeom prst="ellipse">
              <a:avLst/>
            </a:prstGeom>
            <a:solidFill>
              <a:srgbClr val="FB85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BFAC9320-96F1-E89C-B083-9FF31C77824F}"/>
                </a:ext>
              </a:extLst>
            </p:cNvPr>
            <p:cNvSpPr/>
            <p:nvPr/>
          </p:nvSpPr>
          <p:spPr>
            <a:xfrm>
              <a:off x="6467234" y="3057850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椭圆 388">
              <a:extLst>
                <a:ext uri="{FF2B5EF4-FFF2-40B4-BE49-F238E27FC236}">
                  <a16:creationId xmlns:a16="http://schemas.microsoft.com/office/drawing/2014/main" id="{DBD2B220-B258-FA2B-9F46-D9103C065AF3}"/>
                </a:ext>
              </a:extLst>
            </p:cNvPr>
            <p:cNvSpPr/>
            <p:nvPr/>
          </p:nvSpPr>
          <p:spPr>
            <a:xfrm>
              <a:off x="6467234" y="3416807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C14AAAD3-8A70-E135-77B7-876E5F21A026}"/>
                </a:ext>
              </a:extLst>
            </p:cNvPr>
            <p:cNvSpPr/>
            <p:nvPr/>
          </p:nvSpPr>
          <p:spPr>
            <a:xfrm>
              <a:off x="6467234" y="3790337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椭圆 390">
              <a:extLst>
                <a:ext uri="{FF2B5EF4-FFF2-40B4-BE49-F238E27FC236}">
                  <a16:creationId xmlns:a16="http://schemas.microsoft.com/office/drawing/2014/main" id="{81154CA0-0CDD-DE8F-A903-A6360BF05CB5}"/>
                </a:ext>
              </a:extLst>
            </p:cNvPr>
            <p:cNvSpPr/>
            <p:nvPr/>
          </p:nvSpPr>
          <p:spPr>
            <a:xfrm>
              <a:off x="6467234" y="4159234"/>
              <a:ext cx="210799" cy="21739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3" name="直接箭头连接符 392">
              <a:extLst>
                <a:ext uri="{FF2B5EF4-FFF2-40B4-BE49-F238E27FC236}">
                  <a16:creationId xmlns:a16="http://schemas.microsoft.com/office/drawing/2014/main" id="{8BBE2730-6702-5889-2094-A12D8379C0F5}"/>
                </a:ext>
              </a:extLst>
            </p:cNvPr>
            <p:cNvCxnSpPr>
              <a:stCxn id="383" idx="6"/>
              <a:endCxn id="388" idx="2"/>
            </p:cNvCxnSpPr>
            <p:nvPr/>
          </p:nvCxnSpPr>
          <p:spPr>
            <a:xfrm>
              <a:off x="6043212" y="2949155"/>
              <a:ext cx="424022" cy="21739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箭头连接符 394">
              <a:extLst>
                <a:ext uri="{FF2B5EF4-FFF2-40B4-BE49-F238E27FC236}">
                  <a16:creationId xmlns:a16="http://schemas.microsoft.com/office/drawing/2014/main" id="{6CBA4D1D-A86A-14C3-D8A2-317D366E5E39}"/>
                </a:ext>
              </a:extLst>
            </p:cNvPr>
            <p:cNvCxnSpPr>
              <a:stCxn id="383" idx="6"/>
              <a:endCxn id="389" idx="2"/>
            </p:cNvCxnSpPr>
            <p:nvPr/>
          </p:nvCxnSpPr>
          <p:spPr>
            <a:xfrm>
              <a:off x="6043212" y="2949155"/>
              <a:ext cx="424022" cy="57634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箭头连接符 396">
              <a:extLst>
                <a:ext uri="{FF2B5EF4-FFF2-40B4-BE49-F238E27FC236}">
                  <a16:creationId xmlns:a16="http://schemas.microsoft.com/office/drawing/2014/main" id="{C04E4FA1-464B-8478-6A42-D331616659DE}"/>
                </a:ext>
              </a:extLst>
            </p:cNvPr>
            <p:cNvCxnSpPr>
              <a:stCxn id="383" idx="6"/>
              <a:endCxn id="390" idx="2"/>
            </p:cNvCxnSpPr>
            <p:nvPr/>
          </p:nvCxnSpPr>
          <p:spPr>
            <a:xfrm>
              <a:off x="6043212" y="2949155"/>
              <a:ext cx="424022" cy="94987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箭头连接符 398">
              <a:extLst>
                <a:ext uri="{FF2B5EF4-FFF2-40B4-BE49-F238E27FC236}">
                  <a16:creationId xmlns:a16="http://schemas.microsoft.com/office/drawing/2014/main" id="{DC022E58-02EC-5465-2D4E-715ECF7DC742}"/>
                </a:ext>
              </a:extLst>
            </p:cNvPr>
            <p:cNvCxnSpPr>
              <a:stCxn id="383" idx="6"/>
              <a:endCxn id="391" idx="2"/>
            </p:cNvCxnSpPr>
            <p:nvPr/>
          </p:nvCxnSpPr>
          <p:spPr>
            <a:xfrm>
              <a:off x="6043212" y="2949155"/>
              <a:ext cx="424022" cy="1318775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箭头连接符 400">
              <a:extLst>
                <a:ext uri="{FF2B5EF4-FFF2-40B4-BE49-F238E27FC236}">
                  <a16:creationId xmlns:a16="http://schemas.microsoft.com/office/drawing/2014/main" id="{33A631EA-09C3-0D84-566D-BF9018FC9557}"/>
                </a:ext>
              </a:extLst>
            </p:cNvPr>
            <p:cNvCxnSpPr>
              <a:stCxn id="384" idx="6"/>
              <a:endCxn id="388" idx="2"/>
            </p:cNvCxnSpPr>
            <p:nvPr/>
          </p:nvCxnSpPr>
          <p:spPr>
            <a:xfrm flipV="1">
              <a:off x="6043212" y="3166546"/>
              <a:ext cx="424022" cy="178976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1282A689-391D-22F2-E0DD-E6A3FF5F5CE0}"/>
                </a:ext>
              </a:extLst>
            </p:cNvPr>
            <p:cNvCxnSpPr>
              <a:stCxn id="384" idx="6"/>
              <a:endCxn id="389" idx="2"/>
            </p:cNvCxnSpPr>
            <p:nvPr/>
          </p:nvCxnSpPr>
          <p:spPr>
            <a:xfrm>
              <a:off x="6043212" y="3345522"/>
              <a:ext cx="424022" cy="17998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79CA0D02-241E-465E-0F31-6E843144C9EE}"/>
                </a:ext>
              </a:extLst>
            </p:cNvPr>
            <p:cNvCxnSpPr>
              <a:stCxn id="384" idx="6"/>
              <a:endCxn id="390" idx="2"/>
            </p:cNvCxnSpPr>
            <p:nvPr/>
          </p:nvCxnSpPr>
          <p:spPr>
            <a:xfrm>
              <a:off x="6043212" y="3345522"/>
              <a:ext cx="424022" cy="55351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C1D5A96C-88A8-EBBC-1AF8-93EEED99F100}"/>
                </a:ext>
              </a:extLst>
            </p:cNvPr>
            <p:cNvCxnSpPr>
              <a:stCxn id="384" idx="6"/>
              <a:endCxn id="391" idx="2"/>
            </p:cNvCxnSpPr>
            <p:nvPr/>
          </p:nvCxnSpPr>
          <p:spPr>
            <a:xfrm>
              <a:off x="6043212" y="3345522"/>
              <a:ext cx="424022" cy="92240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58274E29-E1B6-BB6F-D3AE-822FCF44D6BB}"/>
                </a:ext>
              </a:extLst>
            </p:cNvPr>
            <p:cNvCxnSpPr>
              <a:stCxn id="385" idx="6"/>
              <a:endCxn id="388" idx="2"/>
            </p:cNvCxnSpPr>
            <p:nvPr/>
          </p:nvCxnSpPr>
          <p:spPr>
            <a:xfrm flipV="1">
              <a:off x="6043212" y="3166546"/>
              <a:ext cx="424022" cy="570577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箭头连接符 410">
              <a:extLst>
                <a:ext uri="{FF2B5EF4-FFF2-40B4-BE49-F238E27FC236}">
                  <a16:creationId xmlns:a16="http://schemas.microsoft.com/office/drawing/2014/main" id="{976D505D-3B6B-0993-033C-075D1D3A93B5}"/>
                </a:ext>
              </a:extLst>
            </p:cNvPr>
            <p:cNvCxnSpPr>
              <a:stCxn id="385" idx="6"/>
              <a:endCxn id="389" idx="2"/>
            </p:cNvCxnSpPr>
            <p:nvPr/>
          </p:nvCxnSpPr>
          <p:spPr>
            <a:xfrm flipV="1">
              <a:off x="6043212" y="3525503"/>
              <a:ext cx="424022" cy="211620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箭头连接符 412">
              <a:extLst>
                <a:ext uri="{FF2B5EF4-FFF2-40B4-BE49-F238E27FC236}">
                  <a16:creationId xmlns:a16="http://schemas.microsoft.com/office/drawing/2014/main" id="{822F6E42-E570-087D-40FC-2A6D403CADDE}"/>
                </a:ext>
              </a:extLst>
            </p:cNvPr>
            <p:cNvCxnSpPr>
              <a:stCxn id="385" idx="6"/>
              <a:endCxn id="390" idx="2"/>
            </p:cNvCxnSpPr>
            <p:nvPr/>
          </p:nvCxnSpPr>
          <p:spPr>
            <a:xfrm>
              <a:off x="6043212" y="3737123"/>
              <a:ext cx="424022" cy="161910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箭头连接符 414">
              <a:extLst>
                <a:ext uri="{FF2B5EF4-FFF2-40B4-BE49-F238E27FC236}">
                  <a16:creationId xmlns:a16="http://schemas.microsoft.com/office/drawing/2014/main" id="{10B2439D-6A6C-9821-1C02-0C59B3A43D6A}"/>
                </a:ext>
              </a:extLst>
            </p:cNvPr>
            <p:cNvCxnSpPr>
              <a:stCxn id="385" idx="6"/>
              <a:endCxn id="391" idx="2"/>
            </p:cNvCxnSpPr>
            <p:nvPr/>
          </p:nvCxnSpPr>
          <p:spPr>
            <a:xfrm>
              <a:off x="6043212" y="3737123"/>
              <a:ext cx="424022" cy="530807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57B918BB-E3B2-86BF-F2FB-EF606B191C21}"/>
                </a:ext>
              </a:extLst>
            </p:cNvPr>
            <p:cNvCxnSpPr>
              <a:stCxn id="386" idx="6"/>
              <a:endCxn id="388" idx="2"/>
            </p:cNvCxnSpPr>
            <p:nvPr/>
          </p:nvCxnSpPr>
          <p:spPr>
            <a:xfrm flipV="1">
              <a:off x="6043212" y="3166546"/>
              <a:ext cx="424022" cy="962178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F293790A-E9AA-BDD5-E7CE-99E841E9129F}"/>
                </a:ext>
              </a:extLst>
            </p:cNvPr>
            <p:cNvCxnSpPr>
              <a:stCxn id="386" idx="6"/>
              <a:endCxn id="389" idx="2"/>
            </p:cNvCxnSpPr>
            <p:nvPr/>
          </p:nvCxnSpPr>
          <p:spPr>
            <a:xfrm flipV="1">
              <a:off x="6043212" y="3525503"/>
              <a:ext cx="424022" cy="60322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箭头连接符 420">
              <a:extLst>
                <a:ext uri="{FF2B5EF4-FFF2-40B4-BE49-F238E27FC236}">
                  <a16:creationId xmlns:a16="http://schemas.microsoft.com/office/drawing/2014/main" id="{A2968273-B4C7-29FE-517E-D1FC275AFDC8}"/>
                </a:ext>
              </a:extLst>
            </p:cNvPr>
            <p:cNvCxnSpPr>
              <a:stCxn id="386" idx="6"/>
              <a:endCxn id="390" idx="2"/>
            </p:cNvCxnSpPr>
            <p:nvPr/>
          </p:nvCxnSpPr>
          <p:spPr>
            <a:xfrm flipV="1">
              <a:off x="6043212" y="3899033"/>
              <a:ext cx="424022" cy="229691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箭头连接符 422">
              <a:extLst>
                <a:ext uri="{FF2B5EF4-FFF2-40B4-BE49-F238E27FC236}">
                  <a16:creationId xmlns:a16="http://schemas.microsoft.com/office/drawing/2014/main" id="{76CA2C23-2D70-B411-EE97-2AD0B3493995}"/>
                </a:ext>
              </a:extLst>
            </p:cNvPr>
            <p:cNvCxnSpPr>
              <a:stCxn id="386" idx="6"/>
              <a:endCxn id="391" idx="2"/>
            </p:cNvCxnSpPr>
            <p:nvPr/>
          </p:nvCxnSpPr>
          <p:spPr>
            <a:xfrm>
              <a:off x="6043212" y="4128724"/>
              <a:ext cx="424022" cy="139206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箭头连接符 424">
              <a:extLst>
                <a:ext uri="{FF2B5EF4-FFF2-40B4-BE49-F238E27FC236}">
                  <a16:creationId xmlns:a16="http://schemas.microsoft.com/office/drawing/2014/main" id="{86EC71E1-C668-72FD-F7B6-098B24321EFD}"/>
                </a:ext>
              </a:extLst>
            </p:cNvPr>
            <p:cNvCxnSpPr>
              <a:stCxn id="387" idx="6"/>
              <a:endCxn id="388" idx="2"/>
            </p:cNvCxnSpPr>
            <p:nvPr/>
          </p:nvCxnSpPr>
          <p:spPr>
            <a:xfrm flipV="1">
              <a:off x="6043212" y="3166546"/>
              <a:ext cx="424022" cy="1353779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34069E80-4323-6021-9CD2-7A26D2D25C15}"/>
                </a:ext>
              </a:extLst>
            </p:cNvPr>
            <p:cNvCxnSpPr>
              <a:stCxn id="387" idx="6"/>
              <a:endCxn id="389" idx="2"/>
            </p:cNvCxnSpPr>
            <p:nvPr/>
          </p:nvCxnSpPr>
          <p:spPr>
            <a:xfrm flipV="1">
              <a:off x="6043212" y="3525503"/>
              <a:ext cx="424022" cy="994822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C174D17D-FCF5-801E-3D14-C6A1E9190FAD}"/>
                </a:ext>
              </a:extLst>
            </p:cNvPr>
            <p:cNvCxnSpPr>
              <a:stCxn id="387" idx="6"/>
              <a:endCxn id="390" idx="2"/>
            </p:cNvCxnSpPr>
            <p:nvPr/>
          </p:nvCxnSpPr>
          <p:spPr>
            <a:xfrm flipV="1">
              <a:off x="6043212" y="3899033"/>
              <a:ext cx="424022" cy="621292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箭头连接符 430">
              <a:extLst>
                <a:ext uri="{FF2B5EF4-FFF2-40B4-BE49-F238E27FC236}">
                  <a16:creationId xmlns:a16="http://schemas.microsoft.com/office/drawing/2014/main" id="{CE8BA970-FDC3-4AE0-82D5-B605B1CB753D}"/>
                </a:ext>
              </a:extLst>
            </p:cNvPr>
            <p:cNvCxnSpPr>
              <a:stCxn id="387" idx="6"/>
              <a:endCxn id="391" idx="2"/>
            </p:cNvCxnSpPr>
            <p:nvPr/>
          </p:nvCxnSpPr>
          <p:spPr>
            <a:xfrm flipV="1">
              <a:off x="6043212" y="4267930"/>
              <a:ext cx="424022" cy="252395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A861BDC1-7BB0-A125-8AFD-7D04A80B924F}"/>
                </a:ext>
              </a:extLst>
            </p:cNvPr>
            <p:cNvCxnSpPr>
              <a:cxnSpLocks/>
              <a:endCxn id="383" idx="2"/>
            </p:cNvCxnSpPr>
            <p:nvPr/>
          </p:nvCxnSpPr>
          <p:spPr>
            <a:xfrm flipV="1">
              <a:off x="5582705" y="2949155"/>
              <a:ext cx="249708" cy="228574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直接箭头连接符 435">
              <a:extLst>
                <a:ext uri="{FF2B5EF4-FFF2-40B4-BE49-F238E27FC236}">
                  <a16:creationId xmlns:a16="http://schemas.microsoft.com/office/drawing/2014/main" id="{76259BEB-4DB9-8659-AA36-41C30B3B2C76}"/>
                </a:ext>
              </a:extLst>
            </p:cNvPr>
            <p:cNvCxnSpPr>
              <a:cxnSpLocks/>
              <a:endCxn id="387" idx="2"/>
            </p:cNvCxnSpPr>
            <p:nvPr/>
          </p:nvCxnSpPr>
          <p:spPr>
            <a:xfrm>
              <a:off x="5554932" y="4306912"/>
              <a:ext cx="277481" cy="213413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接箭头连接符 437">
              <a:extLst>
                <a:ext uri="{FF2B5EF4-FFF2-40B4-BE49-F238E27FC236}">
                  <a16:creationId xmlns:a16="http://schemas.microsoft.com/office/drawing/2014/main" id="{4CE3EBC3-8AF8-BE71-09C1-833D6F8CB731}"/>
                </a:ext>
              </a:extLst>
            </p:cNvPr>
            <p:cNvCxnSpPr>
              <a:cxnSpLocks/>
              <a:endCxn id="384" idx="2"/>
            </p:cNvCxnSpPr>
            <p:nvPr/>
          </p:nvCxnSpPr>
          <p:spPr>
            <a:xfrm>
              <a:off x="5591545" y="3342672"/>
              <a:ext cx="240868" cy="2850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直接箭头连接符 438">
              <a:extLst>
                <a:ext uri="{FF2B5EF4-FFF2-40B4-BE49-F238E27FC236}">
                  <a16:creationId xmlns:a16="http://schemas.microsoft.com/office/drawing/2014/main" id="{3BE9BB31-8882-3229-3523-38EBAC57E358}"/>
                </a:ext>
              </a:extLst>
            </p:cNvPr>
            <p:cNvCxnSpPr>
              <a:cxnSpLocks/>
              <a:stCxn id="356" idx="3"/>
              <a:endCxn id="385" idx="2"/>
            </p:cNvCxnSpPr>
            <p:nvPr/>
          </p:nvCxnSpPr>
          <p:spPr>
            <a:xfrm>
              <a:off x="5582705" y="3707830"/>
              <a:ext cx="249708" cy="29293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箭头连接符 439">
              <a:extLst>
                <a:ext uri="{FF2B5EF4-FFF2-40B4-BE49-F238E27FC236}">
                  <a16:creationId xmlns:a16="http://schemas.microsoft.com/office/drawing/2014/main" id="{21D4F1E1-8D4A-4841-4B90-AD3F337DCF4B}"/>
                </a:ext>
              </a:extLst>
            </p:cNvPr>
            <p:cNvCxnSpPr>
              <a:cxnSpLocks/>
              <a:endCxn id="386" idx="2"/>
            </p:cNvCxnSpPr>
            <p:nvPr/>
          </p:nvCxnSpPr>
          <p:spPr>
            <a:xfrm>
              <a:off x="5582705" y="4128724"/>
              <a:ext cx="249708" cy="0"/>
            </a:xfrm>
            <a:prstGeom prst="straightConnector1">
              <a:avLst/>
            </a:prstGeom>
            <a:ln w="6350">
              <a:solidFill>
                <a:schemeClr val="tx1"/>
              </a:solidFill>
              <a:bevel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6" name="组合 455">
              <a:extLst>
                <a:ext uri="{FF2B5EF4-FFF2-40B4-BE49-F238E27FC236}">
                  <a16:creationId xmlns:a16="http://schemas.microsoft.com/office/drawing/2014/main" id="{F9EC81D5-C4C3-41F9-8A1B-1E41EFBC88BA}"/>
                </a:ext>
              </a:extLst>
            </p:cNvPr>
            <p:cNvGrpSpPr/>
            <p:nvPr/>
          </p:nvGrpSpPr>
          <p:grpSpPr>
            <a:xfrm>
              <a:off x="7519202" y="3452823"/>
              <a:ext cx="685869" cy="649001"/>
              <a:chOff x="1904931" y="1717185"/>
              <a:chExt cx="1050780" cy="1009161"/>
            </a:xfrm>
          </p:grpSpPr>
          <p:sp>
            <p:nvSpPr>
              <p:cNvPr id="457" name="立方体 456">
                <a:extLst>
                  <a:ext uri="{FF2B5EF4-FFF2-40B4-BE49-F238E27FC236}">
                    <a16:creationId xmlns:a16="http://schemas.microsoft.com/office/drawing/2014/main" id="{2BD2B952-6371-D5FE-B033-C0AD96F81F36}"/>
                  </a:ext>
                </a:extLst>
              </p:cNvPr>
              <p:cNvSpPr/>
              <p:nvPr/>
            </p:nvSpPr>
            <p:spPr>
              <a:xfrm>
                <a:off x="2094482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8" name="立方体 457">
                <a:extLst>
                  <a:ext uri="{FF2B5EF4-FFF2-40B4-BE49-F238E27FC236}">
                    <a16:creationId xmlns:a16="http://schemas.microsoft.com/office/drawing/2014/main" id="{918AEF87-8649-2726-58F8-E876455912F6}"/>
                  </a:ext>
                </a:extLst>
              </p:cNvPr>
              <p:cNvSpPr/>
              <p:nvPr/>
            </p:nvSpPr>
            <p:spPr>
              <a:xfrm>
                <a:off x="2257995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9" name="立方体 458">
                <a:extLst>
                  <a:ext uri="{FF2B5EF4-FFF2-40B4-BE49-F238E27FC236}">
                    <a16:creationId xmlns:a16="http://schemas.microsoft.com/office/drawing/2014/main" id="{E8DCDBBD-DC74-42CD-81E2-53B014A7E2F6}"/>
                  </a:ext>
                </a:extLst>
              </p:cNvPr>
              <p:cNvSpPr/>
              <p:nvPr/>
            </p:nvSpPr>
            <p:spPr>
              <a:xfrm>
                <a:off x="2421508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0" name="立方体 459">
                <a:extLst>
                  <a:ext uri="{FF2B5EF4-FFF2-40B4-BE49-F238E27FC236}">
                    <a16:creationId xmlns:a16="http://schemas.microsoft.com/office/drawing/2014/main" id="{23117F2B-D00B-836C-2532-25CD78E2DE93}"/>
                  </a:ext>
                </a:extLst>
              </p:cNvPr>
              <p:cNvSpPr/>
              <p:nvPr/>
            </p:nvSpPr>
            <p:spPr>
              <a:xfrm>
                <a:off x="2049340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1" name="立方体 460">
                <a:extLst>
                  <a:ext uri="{FF2B5EF4-FFF2-40B4-BE49-F238E27FC236}">
                    <a16:creationId xmlns:a16="http://schemas.microsoft.com/office/drawing/2014/main" id="{5AC81319-7D7B-B46C-FB32-05C2D0666E7E}"/>
                  </a:ext>
                </a:extLst>
              </p:cNvPr>
              <p:cNvSpPr/>
              <p:nvPr/>
            </p:nvSpPr>
            <p:spPr>
              <a:xfrm>
                <a:off x="2212853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2" name="立方体 461">
                <a:extLst>
                  <a:ext uri="{FF2B5EF4-FFF2-40B4-BE49-F238E27FC236}">
                    <a16:creationId xmlns:a16="http://schemas.microsoft.com/office/drawing/2014/main" id="{219072A0-7CBC-CF4E-9AC2-6D0A439B4E35}"/>
                  </a:ext>
                </a:extLst>
              </p:cNvPr>
              <p:cNvSpPr/>
              <p:nvPr/>
            </p:nvSpPr>
            <p:spPr>
              <a:xfrm>
                <a:off x="2376366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3" name="立方体 462">
                <a:extLst>
                  <a:ext uri="{FF2B5EF4-FFF2-40B4-BE49-F238E27FC236}">
                    <a16:creationId xmlns:a16="http://schemas.microsoft.com/office/drawing/2014/main" id="{F3A5D21C-1F0E-ACB9-294D-EA80B288CD3A}"/>
                  </a:ext>
                </a:extLst>
              </p:cNvPr>
              <p:cNvSpPr/>
              <p:nvPr/>
            </p:nvSpPr>
            <p:spPr>
              <a:xfrm>
                <a:off x="2004198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4" name="立方体 463">
                <a:extLst>
                  <a:ext uri="{FF2B5EF4-FFF2-40B4-BE49-F238E27FC236}">
                    <a16:creationId xmlns:a16="http://schemas.microsoft.com/office/drawing/2014/main" id="{AD5DEE15-778F-7973-BAF2-75BBC0E502DD}"/>
                  </a:ext>
                </a:extLst>
              </p:cNvPr>
              <p:cNvSpPr/>
              <p:nvPr/>
            </p:nvSpPr>
            <p:spPr>
              <a:xfrm>
                <a:off x="2167711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5" name="立方体 464">
                <a:extLst>
                  <a:ext uri="{FF2B5EF4-FFF2-40B4-BE49-F238E27FC236}">
                    <a16:creationId xmlns:a16="http://schemas.microsoft.com/office/drawing/2014/main" id="{DC56B06C-9006-C0BB-0413-99D886AA9476}"/>
                  </a:ext>
                </a:extLst>
              </p:cNvPr>
              <p:cNvSpPr/>
              <p:nvPr/>
            </p:nvSpPr>
            <p:spPr>
              <a:xfrm>
                <a:off x="2331224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6" name="立方体 465">
                <a:extLst>
                  <a:ext uri="{FF2B5EF4-FFF2-40B4-BE49-F238E27FC236}">
                    <a16:creationId xmlns:a16="http://schemas.microsoft.com/office/drawing/2014/main" id="{3490082A-6E7D-CFDC-DA15-1C5C75E49D69}"/>
                  </a:ext>
                </a:extLst>
              </p:cNvPr>
              <p:cNvSpPr/>
              <p:nvPr/>
            </p:nvSpPr>
            <p:spPr>
              <a:xfrm>
                <a:off x="1959775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7" name="立方体 466">
                <a:extLst>
                  <a:ext uri="{FF2B5EF4-FFF2-40B4-BE49-F238E27FC236}">
                    <a16:creationId xmlns:a16="http://schemas.microsoft.com/office/drawing/2014/main" id="{29FB4055-23B8-0660-8A03-9CF517268756}"/>
                  </a:ext>
                </a:extLst>
              </p:cNvPr>
              <p:cNvSpPr/>
              <p:nvPr/>
            </p:nvSpPr>
            <p:spPr>
              <a:xfrm>
                <a:off x="2123288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8" name="立方体 467">
                <a:extLst>
                  <a:ext uri="{FF2B5EF4-FFF2-40B4-BE49-F238E27FC236}">
                    <a16:creationId xmlns:a16="http://schemas.microsoft.com/office/drawing/2014/main" id="{E2EDEA83-58E7-69AB-BA1D-193FE0C29A69}"/>
                  </a:ext>
                </a:extLst>
              </p:cNvPr>
              <p:cNvSpPr/>
              <p:nvPr/>
            </p:nvSpPr>
            <p:spPr>
              <a:xfrm>
                <a:off x="2286801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9" name="立方体 468">
                <a:extLst>
                  <a:ext uri="{FF2B5EF4-FFF2-40B4-BE49-F238E27FC236}">
                    <a16:creationId xmlns:a16="http://schemas.microsoft.com/office/drawing/2014/main" id="{1E795E72-C7C8-ED5C-844A-36D6ED47604E}"/>
                  </a:ext>
                </a:extLst>
              </p:cNvPr>
              <p:cNvSpPr/>
              <p:nvPr/>
            </p:nvSpPr>
            <p:spPr>
              <a:xfrm>
                <a:off x="2582864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0" name="立方体 469">
                <a:extLst>
                  <a:ext uri="{FF2B5EF4-FFF2-40B4-BE49-F238E27FC236}">
                    <a16:creationId xmlns:a16="http://schemas.microsoft.com/office/drawing/2014/main" id="{FC2F6C89-A47B-6B7C-51AD-32F67E40C6D1}"/>
                  </a:ext>
                </a:extLst>
              </p:cNvPr>
              <p:cNvSpPr/>
              <p:nvPr/>
            </p:nvSpPr>
            <p:spPr>
              <a:xfrm>
                <a:off x="2537722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1" name="立方体 470">
                <a:extLst>
                  <a:ext uri="{FF2B5EF4-FFF2-40B4-BE49-F238E27FC236}">
                    <a16:creationId xmlns:a16="http://schemas.microsoft.com/office/drawing/2014/main" id="{CEC0A47B-93B6-029C-14F6-464879362DFB}"/>
                  </a:ext>
                </a:extLst>
              </p:cNvPr>
              <p:cNvSpPr/>
              <p:nvPr/>
            </p:nvSpPr>
            <p:spPr>
              <a:xfrm>
                <a:off x="2492580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2" name="立方体 471">
                <a:extLst>
                  <a:ext uri="{FF2B5EF4-FFF2-40B4-BE49-F238E27FC236}">
                    <a16:creationId xmlns:a16="http://schemas.microsoft.com/office/drawing/2014/main" id="{EC75EF29-C481-5427-409A-8B759362D92B}"/>
                  </a:ext>
                </a:extLst>
              </p:cNvPr>
              <p:cNvSpPr/>
              <p:nvPr/>
            </p:nvSpPr>
            <p:spPr>
              <a:xfrm>
                <a:off x="2448157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3" name="立方体 472">
                <a:extLst>
                  <a:ext uri="{FF2B5EF4-FFF2-40B4-BE49-F238E27FC236}">
                    <a16:creationId xmlns:a16="http://schemas.microsoft.com/office/drawing/2014/main" id="{E166D208-B23C-46D4-6D2F-ABAAC7C7A4EB}"/>
                  </a:ext>
                </a:extLst>
              </p:cNvPr>
              <p:cNvSpPr/>
              <p:nvPr/>
            </p:nvSpPr>
            <p:spPr>
              <a:xfrm>
                <a:off x="2744300" y="2327420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4" name="立方体 473">
                <a:extLst>
                  <a:ext uri="{FF2B5EF4-FFF2-40B4-BE49-F238E27FC236}">
                    <a16:creationId xmlns:a16="http://schemas.microsoft.com/office/drawing/2014/main" id="{6AFA1C4A-40CE-9D88-E469-2A510CE6E7E7}"/>
                  </a:ext>
                </a:extLst>
              </p:cNvPr>
              <p:cNvSpPr/>
              <p:nvPr/>
            </p:nvSpPr>
            <p:spPr>
              <a:xfrm>
                <a:off x="2699158" y="237345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5" name="立方体 474">
                <a:extLst>
                  <a:ext uri="{FF2B5EF4-FFF2-40B4-BE49-F238E27FC236}">
                    <a16:creationId xmlns:a16="http://schemas.microsoft.com/office/drawing/2014/main" id="{B76A9D40-02E9-6C80-121A-06D9AB64A415}"/>
                  </a:ext>
                </a:extLst>
              </p:cNvPr>
              <p:cNvSpPr/>
              <p:nvPr/>
            </p:nvSpPr>
            <p:spPr>
              <a:xfrm>
                <a:off x="2654016" y="2419496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6" name="立方体 475">
                <a:extLst>
                  <a:ext uri="{FF2B5EF4-FFF2-40B4-BE49-F238E27FC236}">
                    <a16:creationId xmlns:a16="http://schemas.microsoft.com/office/drawing/2014/main" id="{85AFE369-06B8-75D1-9E42-02F00F53C079}"/>
                  </a:ext>
                </a:extLst>
              </p:cNvPr>
              <p:cNvSpPr/>
              <p:nvPr/>
            </p:nvSpPr>
            <p:spPr>
              <a:xfrm>
                <a:off x="2609593" y="2465534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7" name="立方体 476">
                <a:extLst>
                  <a:ext uri="{FF2B5EF4-FFF2-40B4-BE49-F238E27FC236}">
                    <a16:creationId xmlns:a16="http://schemas.microsoft.com/office/drawing/2014/main" id="{011E4C1C-EE73-3697-E9DC-FBDC6F6D8599}"/>
                  </a:ext>
                </a:extLst>
              </p:cNvPr>
              <p:cNvSpPr/>
              <p:nvPr/>
            </p:nvSpPr>
            <p:spPr>
              <a:xfrm>
                <a:off x="1904931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8" name="立方体 477">
                <a:extLst>
                  <a:ext uri="{FF2B5EF4-FFF2-40B4-BE49-F238E27FC236}">
                    <a16:creationId xmlns:a16="http://schemas.microsoft.com/office/drawing/2014/main" id="{0169AA7F-A12E-93E8-816F-F023C27669EE}"/>
                  </a:ext>
                </a:extLst>
              </p:cNvPr>
              <p:cNvSpPr/>
              <p:nvPr/>
            </p:nvSpPr>
            <p:spPr>
              <a:xfrm>
                <a:off x="2068444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9" name="立方体 478">
                <a:extLst>
                  <a:ext uri="{FF2B5EF4-FFF2-40B4-BE49-F238E27FC236}">
                    <a16:creationId xmlns:a16="http://schemas.microsoft.com/office/drawing/2014/main" id="{0658FCD7-DF04-B58D-2F7C-13787D22C81E}"/>
                  </a:ext>
                </a:extLst>
              </p:cNvPr>
              <p:cNvSpPr/>
              <p:nvPr/>
            </p:nvSpPr>
            <p:spPr>
              <a:xfrm>
                <a:off x="2231957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0" name="立方体 479">
                <a:extLst>
                  <a:ext uri="{FF2B5EF4-FFF2-40B4-BE49-F238E27FC236}">
                    <a16:creationId xmlns:a16="http://schemas.microsoft.com/office/drawing/2014/main" id="{689B4907-9DE2-4EFD-DCA6-CF6C6BC2F582}"/>
                  </a:ext>
                </a:extLst>
              </p:cNvPr>
              <p:cNvSpPr/>
              <p:nvPr/>
            </p:nvSpPr>
            <p:spPr>
              <a:xfrm>
                <a:off x="2393313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1" name="立方体 480">
                <a:extLst>
                  <a:ext uri="{FF2B5EF4-FFF2-40B4-BE49-F238E27FC236}">
                    <a16:creationId xmlns:a16="http://schemas.microsoft.com/office/drawing/2014/main" id="{0E73EE80-9FAC-9EDA-7D30-24343D669A3B}"/>
                  </a:ext>
                </a:extLst>
              </p:cNvPr>
              <p:cNvSpPr/>
              <p:nvPr/>
            </p:nvSpPr>
            <p:spPr>
              <a:xfrm>
                <a:off x="2554749" y="2520755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2" name="立方体 481">
                <a:extLst>
                  <a:ext uri="{FF2B5EF4-FFF2-40B4-BE49-F238E27FC236}">
                    <a16:creationId xmlns:a16="http://schemas.microsoft.com/office/drawing/2014/main" id="{D08AFD6C-D180-D804-7634-E17DDE528629}"/>
                  </a:ext>
                </a:extLst>
              </p:cNvPr>
              <p:cNvSpPr/>
              <p:nvPr/>
            </p:nvSpPr>
            <p:spPr>
              <a:xfrm>
                <a:off x="2098824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3" name="立方体 482">
                <a:extLst>
                  <a:ext uri="{FF2B5EF4-FFF2-40B4-BE49-F238E27FC236}">
                    <a16:creationId xmlns:a16="http://schemas.microsoft.com/office/drawing/2014/main" id="{C16ED455-137C-CECD-B81C-994C62DD1E04}"/>
                  </a:ext>
                </a:extLst>
              </p:cNvPr>
              <p:cNvSpPr/>
              <p:nvPr/>
            </p:nvSpPr>
            <p:spPr>
              <a:xfrm>
                <a:off x="2262337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4" name="立方体 483">
                <a:extLst>
                  <a:ext uri="{FF2B5EF4-FFF2-40B4-BE49-F238E27FC236}">
                    <a16:creationId xmlns:a16="http://schemas.microsoft.com/office/drawing/2014/main" id="{45B50885-7EEB-DC66-17DE-390D3D96F29A}"/>
                  </a:ext>
                </a:extLst>
              </p:cNvPr>
              <p:cNvSpPr/>
              <p:nvPr/>
            </p:nvSpPr>
            <p:spPr>
              <a:xfrm>
                <a:off x="2425850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5" name="立方体 484">
                <a:extLst>
                  <a:ext uri="{FF2B5EF4-FFF2-40B4-BE49-F238E27FC236}">
                    <a16:creationId xmlns:a16="http://schemas.microsoft.com/office/drawing/2014/main" id="{F0B33E9F-1B7A-2DBE-E8B4-BCD8E9DAA21D}"/>
                  </a:ext>
                </a:extLst>
              </p:cNvPr>
              <p:cNvSpPr/>
              <p:nvPr/>
            </p:nvSpPr>
            <p:spPr>
              <a:xfrm>
                <a:off x="2053682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6" name="立方体 485">
                <a:extLst>
                  <a:ext uri="{FF2B5EF4-FFF2-40B4-BE49-F238E27FC236}">
                    <a16:creationId xmlns:a16="http://schemas.microsoft.com/office/drawing/2014/main" id="{0EA7C123-E39E-9B61-CD7D-547337D6A1D6}"/>
                  </a:ext>
                </a:extLst>
              </p:cNvPr>
              <p:cNvSpPr/>
              <p:nvPr/>
            </p:nvSpPr>
            <p:spPr>
              <a:xfrm>
                <a:off x="2217195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7" name="立方体 486">
                <a:extLst>
                  <a:ext uri="{FF2B5EF4-FFF2-40B4-BE49-F238E27FC236}">
                    <a16:creationId xmlns:a16="http://schemas.microsoft.com/office/drawing/2014/main" id="{498C63BA-535F-CCE8-3612-8BDD27E23965}"/>
                  </a:ext>
                </a:extLst>
              </p:cNvPr>
              <p:cNvSpPr/>
              <p:nvPr/>
            </p:nvSpPr>
            <p:spPr>
              <a:xfrm>
                <a:off x="2380708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8" name="立方体 487">
                <a:extLst>
                  <a:ext uri="{FF2B5EF4-FFF2-40B4-BE49-F238E27FC236}">
                    <a16:creationId xmlns:a16="http://schemas.microsoft.com/office/drawing/2014/main" id="{9FA0A0E7-CBD1-BB3C-E79D-04CB2792D00A}"/>
                  </a:ext>
                </a:extLst>
              </p:cNvPr>
              <p:cNvSpPr/>
              <p:nvPr/>
            </p:nvSpPr>
            <p:spPr>
              <a:xfrm>
                <a:off x="2008540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9" name="立方体 488">
                <a:extLst>
                  <a:ext uri="{FF2B5EF4-FFF2-40B4-BE49-F238E27FC236}">
                    <a16:creationId xmlns:a16="http://schemas.microsoft.com/office/drawing/2014/main" id="{8C1B4BAF-3688-30D2-A1F2-0F91849E8B96}"/>
                  </a:ext>
                </a:extLst>
              </p:cNvPr>
              <p:cNvSpPr/>
              <p:nvPr/>
            </p:nvSpPr>
            <p:spPr>
              <a:xfrm>
                <a:off x="2172053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0" name="立方体 489">
                <a:extLst>
                  <a:ext uri="{FF2B5EF4-FFF2-40B4-BE49-F238E27FC236}">
                    <a16:creationId xmlns:a16="http://schemas.microsoft.com/office/drawing/2014/main" id="{7AFCB6A5-9E95-0BFA-9CD9-65997062651E}"/>
                  </a:ext>
                </a:extLst>
              </p:cNvPr>
              <p:cNvSpPr/>
              <p:nvPr/>
            </p:nvSpPr>
            <p:spPr>
              <a:xfrm>
                <a:off x="2335566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1" name="立方体 490">
                <a:extLst>
                  <a:ext uri="{FF2B5EF4-FFF2-40B4-BE49-F238E27FC236}">
                    <a16:creationId xmlns:a16="http://schemas.microsoft.com/office/drawing/2014/main" id="{4F71BF78-3828-5ABE-0C33-88F03BB2BCDE}"/>
                  </a:ext>
                </a:extLst>
              </p:cNvPr>
              <p:cNvSpPr/>
              <p:nvPr/>
            </p:nvSpPr>
            <p:spPr>
              <a:xfrm>
                <a:off x="2098824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2" name="立方体 491">
                <a:extLst>
                  <a:ext uri="{FF2B5EF4-FFF2-40B4-BE49-F238E27FC236}">
                    <a16:creationId xmlns:a16="http://schemas.microsoft.com/office/drawing/2014/main" id="{180B9BE1-4087-089D-79E6-D0F07142EECA}"/>
                  </a:ext>
                </a:extLst>
              </p:cNvPr>
              <p:cNvSpPr/>
              <p:nvPr/>
            </p:nvSpPr>
            <p:spPr>
              <a:xfrm>
                <a:off x="2262337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3" name="立方体 492">
                <a:extLst>
                  <a:ext uri="{FF2B5EF4-FFF2-40B4-BE49-F238E27FC236}">
                    <a16:creationId xmlns:a16="http://schemas.microsoft.com/office/drawing/2014/main" id="{86CA4D92-4A8A-71D6-90A8-66A326CA9934}"/>
                  </a:ext>
                </a:extLst>
              </p:cNvPr>
              <p:cNvSpPr/>
              <p:nvPr/>
            </p:nvSpPr>
            <p:spPr>
              <a:xfrm>
                <a:off x="2425850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4" name="立方体 493">
                <a:extLst>
                  <a:ext uri="{FF2B5EF4-FFF2-40B4-BE49-F238E27FC236}">
                    <a16:creationId xmlns:a16="http://schemas.microsoft.com/office/drawing/2014/main" id="{FDF072BD-6972-F298-6F60-3A8738D3817A}"/>
                  </a:ext>
                </a:extLst>
              </p:cNvPr>
              <p:cNvSpPr/>
              <p:nvPr/>
            </p:nvSpPr>
            <p:spPr>
              <a:xfrm>
                <a:off x="2053682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5" name="立方体 494">
                <a:extLst>
                  <a:ext uri="{FF2B5EF4-FFF2-40B4-BE49-F238E27FC236}">
                    <a16:creationId xmlns:a16="http://schemas.microsoft.com/office/drawing/2014/main" id="{85604A73-B102-25B2-FAFB-92F5B3A4BDC6}"/>
                  </a:ext>
                </a:extLst>
              </p:cNvPr>
              <p:cNvSpPr/>
              <p:nvPr/>
            </p:nvSpPr>
            <p:spPr>
              <a:xfrm>
                <a:off x="2217195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6" name="立方体 495">
                <a:extLst>
                  <a:ext uri="{FF2B5EF4-FFF2-40B4-BE49-F238E27FC236}">
                    <a16:creationId xmlns:a16="http://schemas.microsoft.com/office/drawing/2014/main" id="{C2BC69AE-51EF-7101-4162-D623EC5BB58D}"/>
                  </a:ext>
                </a:extLst>
              </p:cNvPr>
              <p:cNvSpPr/>
              <p:nvPr/>
            </p:nvSpPr>
            <p:spPr>
              <a:xfrm>
                <a:off x="2380708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7" name="立方体 496">
                <a:extLst>
                  <a:ext uri="{FF2B5EF4-FFF2-40B4-BE49-F238E27FC236}">
                    <a16:creationId xmlns:a16="http://schemas.microsoft.com/office/drawing/2014/main" id="{4D714FA4-7291-3894-D625-A3DDA36F752C}"/>
                  </a:ext>
                </a:extLst>
              </p:cNvPr>
              <p:cNvSpPr/>
              <p:nvPr/>
            </p:nvSpPr>
            <p:spPr>
              <a:xfrm>
                <a:off x="2008540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8" name="立方体 497">
                <a:extLst>
                  <a:ext uri="{FF2B5EF4-FFF2-40B4-BE49-F238E27FC236}">
                    <a16:creationId xmlns:a16="http://schemas.microsoft.com/office/drawing/2014/main" id="{C94EC034-2716-0ED7-2D0E-F4063444B1BD}"/>
                  </a:ext>
                </a:extLst>
              </p:cNvPr>
              <p:cNvSpPr/>
              <p:nvPr/>
            </p:nvSpPr>
            <p:spPr>
              <a:xfrm>
                <a:off x="2172053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9" name="立方体 498">
                <a:extLst>
                  <a:ext uri="{FF2B5EF4-FFF2-40B4-BE49-F238E27FC236}">
                    <a16:creationId xmlns:a16="http://schemas.microsoft.com/office/drawing/2014/main" id="{6B07EF49-8D3C-5D58-73E7-68FD814FDFA9}"/>
                  </a:ext>
                </a:extLst>
              </p:cNvPr>
              <p:cNvSpPr/>
              <p:nvPr/>
            </p:nvSpPr>
            <p:spPr>
              <a:xfrm>
                <a:off x="2335566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0" name="立方体 499">
                <a:extLst>
                  <a:ext uri="{FF2B5EF4-FFF2-40B4-BE49-F238E27FC236}">
                    <a16:creationId xmlns:a16="http://schemas.microsoft.com/office/drawing/2014/main" id="{C6FA1FEF-ECAE-E8F2-CEC2-822ABB6757CC}"/>
                  </a:ext>
                </a:extLst>
              </p:cNvPr>
              <p:cNvSpPr/>
              <p:nvPr/>
            </p:nvSpPr>
            <p:spPr>
              <a:xfrm>
                <a:off x="2097386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1" name="立方体 500">
                <a:extLst>
                  <a:ext uri="{FF2B5EF4-FFF2-40B4-BE49-F238E27FC236}">
                    <a16:creationId xmlns:a16="http://schemas.microsoft.com/office/drawing/2014/main" id="{6C5AFFE7-F87C-F183-A286-2DF8C8C9AD12}"/>
                  </a:ext>
                </a:extLst>
              </p:cNvPr>
              <p:cNvSpPr/>
              <p:nvPr/>
            </p:nvSpPr>
            <p:spPr>
              <a:xfrm>
                <a:off x="2260899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2" name="立方体 501">
                <a:extLst>
                  <a:ext uri="{FF2B5EF4-FFF2-40B4-BE49-F238E27FC236}">
                    <a16:creationId xmlns:a16="http://schemas.microsoft.com/office/drawing/2014/main" id="{2F16ADC9-7420-171F-5B72-CFC8FE143705}"/>
                  </a:ext>
                </a:extLst>
              </p:cNvPr>
              <p:cNvSpPr/>
              <p:nvPr/>
            </p:nvSpPr>
            <p:spPr>
              <a:xfrm>
                <a:off x="2424412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3" name="立方体 502">
                <a:extLst>
                  <a:ext uri="{FF2B5EF4-FFF2-40B4-BE49-F238E27FC236}">
                    <a16:creationId xmlns:a16="http://schemas.microsoft.com/office/drawing/2014/main" id="{CE3DDC22-A48F-6292-052F-0F7B11C278E8}"/>
                  </a:ext>
                </a:extLst>
              </p:cNvPr>
              <p:cNvSpPr/>
              <p:nvPr/>
            </p:nvSpPr>
            <p:spPr>
              <a:xfrm>
                <a:off x="2052244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4" name="立方体 503">
                <a:extLst>
                  <a:ext uri="{FF2B5EF4-FFF2-40B4-BE49-F238E27FC236}">
                    <a16:creationId xmlns:a16="http://schemas.microsoft.com/office/drawing/2014/main" id="{D5827594-C20B-37BE-4096-FF9361BA5021}"/>
                  </a:ext>
                </a:extLst>
              </p:cNvPr>
              <p:cNvSpPr/>
              <p:nvPr/>
            </p:nvSpPr>
            <p:spPr>
              <a:xfrm>
                <a:off x="2215757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5" name="立方体 504">
                <a:extLst>
                  <a:ext uri="{FF2B5EF4-FFF2-40B4-BE49-F238E27FC236}">
                    <a16:creationId xmlns:a16="http://schemas.microsoft.com/office/drawing/2014/main" id="{5939AF7E-8619-A5B9-D0C3-BB705ECECA3B}"/>
                  </a:ext>
                </a:extLst>
              </p:cNvPr>
              <p:cNvSpPr/>
              <p:nvPr/>
            </p:nvSpPr>
            <p:spPr>
              <a:xfrm>
                <a:off x="2379270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6" name="立方体 505">
                <a:extLst>
                  <a:ext uri="{FF2B5EF4-FFF2-40B4-BE49-F238E27FC236}">
                    <a16:creationId xmlns:a16="http://schemas.microsoft.com/office/drawing/2014/main" id="{83D1C4A9-1F6D-58B4-0389-0FAC8776F892}"/>
                  </a:ext>
                </a:extLst>
              </p:cNvPr>
              <p:cNvSpPr/>
              <p:nvPr/>
            </p:nvSpPr>
            <p:spPr>
              <a:xfrm>
                <a:off x="2007102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7" name="立方体 506">
                <a:extLst>
                  <a:ext uri="{FF2B5EF4-FFF2-40B4-BE49-F238E27FC236}">
                    <a16:creationId xmlns:a16="http://schemas.microsoft.com/office/drawing/2014/main" id="{CCE39FCA-F448-9962-5C8C-26D2F13971B7}"/>
                  </a:ext>
                </a:extLst>
              </p:cNvPr>
              <p:cNvSpPr/>
              <p:nvPr/>
            </p:nvSpPr>
            <p:spPr>
              <a:xfrm>
                <a:off x="2170615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立方体 507">
                <a:extLst>
                  <a:ext uri="{FF2B5EF4-FFF2-40B4-BE49-F238E27FC236}">
                    <a16:creationId xmlns:a16="http://schemas.microsoft.com/office/drawing/2014/main" id="{B75863EE-4BE2-C734-A15B-284A937B3EED}"/>
                  </a:ext>
                </a:extLst>
              </p:cNvPr>
              <p:cNvSpPr/>
              <p:nvPr/>
            </p:nvSpPr>
            <p:spPr>
              <a:xfrm>
                <a:off x="2334128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9" name="立方体 508">
                <a:extLst>
                  <a:ext uri="{FF2B5EF4-FFF2-40B4-BE49-F238E27FC236}">
                    <a16:creationId xmlns:a16="http://schemas.microsoft.com/office/drawing/2014/main" id="{5DB4853F-0E83-5C3A-52C3-20BA69883D15}"/>
                  </a:ext>
                </a:extLst>
              </p:cNvPr>
              <p:cNvSpPr/>
              <p:nvPr/>
            </p:nvSpPr>
            <p:spPr>
              <a:xfrm>
                <a:off x="1961960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0" name="立方体 509">
                <a:extLst>
                  <a:ext uri="{FF2B5EF4-FFF2-40B4-BE49-F238E27FC236}">
                    <a16:creationId xmlns:a16="http://schemas.microsoft.com/office/drawing/2014/main" id="{94126D61-35BE-4C51-903D-86D4D2B072CA}"/>
                  </a:ext>
                </a:extLst>
              </p:cNvPr>
              <p:cNvSpPr/>
              <p:nvPr/>
            </p:nvSpPr>
            <p:spPr>
              <a:xfrm>
                <a:off x="2125473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1" name="立方体 510">
                <a:extLst>
                  <a:ext uri="{FF2B5EF4-FFF2-40B4-BE49-F238E27FC236}">
                    <a16:creationId xmlns:a16="http://schemas.microsoft.com/office/drawing/2014/main" id="{EB6321A9-149C-160C-9193-43CE1BD9AF49}"/>
                  </a:ext>
                </a:extLst>
              </p:cNvPr>
              <p:cNvSpPr/>
              <p:nvPr/>
            </p:nvSpPr>
            <p:spPr>
              <a:xfrm>
                <a:off x="2288986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2" name="立方体 511">
                <a:extLst>
                  <a:ext uri="{FF2B5EF4-FFF2-40B4-BE49-F238E27FC236}">
                    <a16:creationId xmlns:a16="http://schemas.microsoft.com/office/drawing/2014/main" id="{229F9FF4-B1E7-0767-704E-00C6CC2E040C}"/>
                  </a:ext>
                </a:extLst>
              </p:cNvPr>
              <p:cNvSpPr/>
              <p:nvPr/>
            </p:nvSpPr>
            <p:spPr>
              <a:xfrm>
                <a:off x="1962679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3" name="立方体 512">
                <a:extLst>
                  <a:ext uri="{FF2B5EF4-FFF2-40B4-BE49-F238E27FC236}">
                    <a16:creationId xmlns:a16="http://schemas.microsoft.com/office/drawing/2014/main" id="{6ED84DF5-7200-961E-FB47-44F9832788DB}"/>
                  </a:ext>
                </a:extLst>
              </p:cNvPr>
              <p:cNvSpPr/>
              <p:nvPr/>
            </p:nvSpPr>
            <p:spPr>
              <a:xfrm>
                <a:off x="2126192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4" name="立方体 513">
                <a:extLst>
                  <a:ext uri="{FF2B5EF4-FFF2-40B4-BE49-F238E27FC236}">
                    <a16:creationId xmlns:a16="http://schemas.microsoft.com/office/drawing/2014/main" id="{DEB9C7A2-52EB-2F39-B399-6B2F18BFC053}"/>
                  </a:ext>
                </a:extLst>
              </p:cNvPr>
              <p:cNvSpPr/>
              <p:nvPr/>
            </p:nvSpPr>
            <p:spPr>
              <a:xfrm>
                <a:off x="2289705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5" name="立方体 514">
                <a:extLst>
                  <a:ext uri="{FF2B5EF4-FFF2-40B4-BE49-F238E27FC236}">
                    <a16:creationId xmlns:a16="http://schemas.microsoft.com/office/drawing/2014/main" id="{B67C3799-4FFB-BA4B-E9B5-998C72BF77CE}"/>
                  </a:ext>
                </a:extLst>
              </p:cNvPr>
              <p:cNvSpPr/>
              <p:nvPr/>
            </p:nvSpPr>
            <p:spPr>
              <a:xfrm>
                <a:off x="1962679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6" name="立方体 515">
                <a:extLst>
                  <a:ext uri="{FF2B5EF4-FFF2-40B4-BE49-F238E27FC236}">
                    <a16:creationId xmlns:a16="http://schemas.microsoft.com/office/drawing/2014/main" id="{3B75FFBD-3F8C-B576-970D-DB6589BA5312}"/>
                  </a:ext>
                </a:extLst>
              </p:cNvPr>
              <p:cNvSpPr/>
              <p:nvPr/>
            </p:nvSpPr>
            <p:spPr>
              <a:xfrm>
                <a:off x="2126192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7" name="立方体 516">
                <a:extLst>
                  <a:ext uri="{FF2B5EF4-FFF2-40B4-BE49-F238E27FC236}">
                    <a16:creationId xmlns:a16="http://schemas.microsoft.com/office/drawing/2014/main" id="{7D90F2EB-B308-7A21-7012-0B3579B0054F}"/>
                  </a:ext>
                </a:extLst>
              </p:cNvPr>
              <p:cNvSpPr/>
              <p:nvPr/>
            </p:nvSpPr>
            <p:spPr>
              <a:xfrm>
                <a:off x="2289705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立方体 517">
                <a:extLst>
                  <a:ext uri="{FF2B5EF4-FFF2-40B4-BE49-F238E27FC236}">
                    <a16:creationId xmlns:a16="http://schemas.microsoft.com/office/drawing/2014/main" id="{401E9F2A-6C6D-E122-B474-8E2A292D3B2D}"/>
                  </a:ext>
                </a:extLst>
              </p:cNvPr>
              <p:cNvSpPr/>
              <p:nvPr/>
            </p:nvSpPr>
            <p:spPr>
              <a:xfrm>
                <a:off x="2582861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9" name="立方体 518">
                <a:extLst>
                  <a:ext uri="{FF2B5EF4-FFF2-40B4-BE49-F238E27FC236}">
                    <a16:creationId xmlns:a16="http://schemas.microsoft.com/office/drawing/2014/main" id="{7FDE7F28-C425-C4B0-C1BA-71FF422E967C}"/>
                  </a:ext>
                </a:extLst>
              </p:cNvPr>
              <p:cNvSpPr/>
              <p:nvPr/>
            </p:nvSpPr>
            <p:spPr>
              <a:xfrm>
                <a:off x="2537719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0" name="立方体 519">
                <a:extLst>
                  <a:ext uri="{FF2B5EF4-FFF2-40B4-BE49-F238E27FC236}">
                    <a16:creationId xmlns:a16="http://schemas.microsoft.com/office/drawing/2014/main" id="{DAE66155-7462-F90E-88DB-86EEA00F1DD4}"/>
                  </a:ext>
                </a:extLst>
              </p:cNvPr>
              <p:cNvSpPr/>
              <p:nvPr/>
            </p:nvSpPr>
            <p:spPr>
              <a:xfrm>
                <a:off x="2492577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1" name="立方体 520">
                <a:extLst>
                  <a:ext uri="{FF2B5EF4-FFF2-40B4-BE49-F238E27FC236}">
                    <a16:creationId xmlns:a16="http://schemas.microsoft.com/office/drawing/2014/main" id="{9192622D-1FE5-45CB-8453-EE4DDFBA1E8F}"/>
                  </a:ext>
                </a:extLst>
              </p:cNvPr>
              <p:cNvSpPr/>
              <p:nvPr/>
            </p:nvSpPr>
            <p:spPr>
              <a:xfrm>
                <a:off x="2445997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2" name="立方体 521">
                <a:extLst>
                  <a:ext uri="{FF2B5EF4-FFF2-40B4-BE49-F238E27FC236}">
                    <a16:creationId xmlns:a16="http://schemas.microsoft.com/office/drawing/2014/main" id="{4EB99D88-6892-26FA-CC2C-D5747B1CE9D7}"/>
                  </a:ext>
                </a:extLst>
              </p:cNvPr>
              <p:cNvSpPr/>
              <p:nvPr/>
            </p:nvSpPr>
            <p:spPr>
              <a:xfrm>
                <a:off x="2583138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3" name="立方体 522">
                <a:extLst>
                  <a:ext uri="{FF2B5EF4-FFF2-40B4-BE49-F238E27FC236}">
                    <a16:creationId xmlns:a16="http://schemas.microsoft.com/office/drawing/2014/main" id="{8DC0F4B0-5D77-4BE7-5FDC-AD3BBF974B20}"/>
                  </a:ext>
                </a:extLst>
              </p:cNvPr>
              <p:cNvSpPr/>
              <p:nvPr/>
            </p:nvSpPr>
            <p:spPr>
              <a:xfrm>
                <a:off x="2537996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立方体 523">
                <a:extLst>
                  <a:ext uri="{FF2B5EF4-FFF2-40B4-BE49-F238E27FC236}">
                    <a16:creationId xmlns:a16="http://schemas.microsoft.com/office/drawing/2014/main" id="{1A05F000-C4CC-D608-9DC1-48D59568E1DE}"/>
                  </a:ext>
                </a:extLst>
              </p:cNvPr>
              <p:cNvSpPr/>
              <p:nvPr/>
            </p:nvSpPr>
            <p:spPr>
              <a:xfrm>
                <a:off x="2492854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5" name="立方体 524">
                <a:extLst>
                  <a:ext uri="{FF2B5EF4-FFF2-40B4-BE49-F238E27FC236}">
                    <a16:creationId xmlns:a16="http://schemas.microsoft.com/office/drawing/2014/main" id="{820E3607-D68E-63FA-255C-1D15012D7ADF}"/>
                  </a:ext>
                </a:extLst>
              </p:cNvPr>
              <p:cNvSpPr/>
              <p:nvPr/>
            </p:nvSpPr>
            <p:spPr>
              <a:xfrm>
                <a:off x="2446274" y="2169421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6" name="立方体 525">
                <a:extLst>
                  <a:ext uri="{FF2B5EF4-FFF2-40B4-BE49-F238E27FC236}">
                    <a16:creationId xmlns:a16="http://schemas.microsoft.com/office/drawing/2014/main" id="{D840C625-5D9D-CBC5-DCD5-30956378B7C6}"/>
                  </a:ext>
                </a:extLst>
              </p:cNvPr>
              <p:cNvSpPr/>
              <p:nvPr/>
            </p:nvSpPr>
            <p:spPr>
              <a:xfrm>
                <a:off x="2585768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7" name="立方体 526">
                <a:extLst>
                  <a:ext uri="{FF2B5EF4-FFF2-40B4-BE49-F238E27FC236}">
                    <a16:creationId xmlns:a16="http://schemas.microsoft.com/office/drawing/2014/main" id="{687830D0-16E4-866F-8139-493D439E7AE7}"/>
                  </a:ext>
                </a:extLst>
              </p:cNvPr>
              <p:cNvSpPr/>
              <p:nvPr/>
            </p:nvSpPr>
            <p:spPr>
              <a:xfrm>
                <a:off x="2540626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8" name="立方体 527">
                <a:extLst>
                  <a:ext uri="{FF2B5EF4-FFF2-40B4-BE49-F238E27FC236}">
                    <a16:creationId xmlns:a16="http://schemas.microsoft.com/office/drawing/2014/main" id="{A3A249ED-933E-415F-DF24-BBD5B3FAC74E}"/>
                  </a:ext>
                </a:extLst>
              </p:cNvPr>
              <p:cNvSpPr/>
              <p:nvPr/>
            </p:nvSpPr>
            <p:spPr>
              <a:xfrm>
                <a:off x="2495484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9" name="立方体 528">
                <a:extLst>
                  <a:ext uri="{FF2B5EF4-FFF2-40B4-BE49-F238E27FC236}">
                    <a16:creationId xmlns:a16="http://schemas.microsoft.com/office/drawing/2014/main" id="{5CD3D400-9FC9-18B6-B002-67E110C72612}"/>
                  </a:ext>
                </a:extLst>
              </p:cNvPr>
              <p:cNvSpPr/>
              <p:nvPr/>
            </p:nvSpPr>
            <p:spPr>
              <a:xfrm>
                <a:off x="2451061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0" name="立方体 529">
                <a:extLst>
                  <a:ext uri="{FF2B5EF4-FFF2-40B4-BE49-F238E27FC236}">
                    <a16:creationId xmlns:a16="http://schemas.microsoft.com/office/drawing/2014/main" id="{38AE938C-A217-5832-FF71-4BC7A1A43BE8}"/>
                  </a:ext>
                </a:extLst>
              </p:cNvPr>
              <p:cNvSpPr/>
              <p:nvPr/>
            </p:nvSpPr>
            <p:spPr>
              <a:xfrm>
                <a:off x="2097238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1" name="立方体 530">
                <a:extLst>
                  <a:ext uri="{FF2B5EF4-FFF2-40B4-BE49-F238E27FC236}">
                    <a16:creationId xmlns:a16="http://schemas.microsoft.com/office/drawing/2014/main" id="{E7C02390-973F-AE76-E2C7-B93EBFDCE34B}"/>
                  </a:ext>
                </a:extLst>
              </p:cNvPr>
              <p:cNvSpPr/>
              <p:nvPr/>
            </p:nvSpPr>
            <p:spPr>
              <a:xfrm>
                <a:off x="2260751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2" name="立方体 531">
                <a:extLst>
                  <a:ext uri="{FF2B5EF4-FFF2-40B4-BE49-F238E27FC236}">
                    <a16:creationId xmlns:a16="http://schemas.microsoft.com/office/drawing/2014/main" id="{82E68785-FFB4-E72F-AB45-0F2679F821EF}"/>
                  </a:ext>
                </a:extLst>
              </p:cNvPr>
              <p:cNvSpPr/>
              <p:nvPr/>
            </p:nvSpPr>
            <p:spPr>
              <a:xfrm>
                <a:off x="2424264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3" name="立方体 532">
                <a:extLst>
                  <a:ext uri="{FF2B5EF4-FFF2-40B4-BE49-F238E27FC236}">
                    <a16:creationId xmlns:a16="http://schemas.microsoft.com/office/drawing/2014/main" id="{EB27F82B-ACB7-B5DA-E563-0FD9068EA2F8}"/>
                  </a:ext>
                </a:extLst>
              </p:cNvPr>
              <p:cNvSpPr/>
              <p:nvPr/>
            </p:nvSpPr>
            <p:spPr>
              <a:xfrm>
                <a:off x="2052096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4" name="立方体 533">
                <a:extLst>
                  <a:ext uri="{FF2B5EF4-FFF2-40B4-BE49-F238E27FC236}">
                    <a16:creationId xmlns:a16="http://schemas.microsoft.com/office/drawing/2014/main" id="{9928E0A3-AD4B-9601-C6F7-F8B2A7429631}"/>
                  </a:ext>
                </a:extLst>
              </p:cNvPr>
              <p:cNvSpPr/>
              <p:nvPr/>
            </p:nvSpPr>
            <p:spPr>
              <a:xfrm>
                <a:off x="2215609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5" name="立方体 534">
                <a:extLst>
                  <a:ext uri="{FF2B5EF4-FFF2-40B4-BE49-F238E27FC236}">
                    <a16:creationId xmlns:a16="http://schemas.microsoft.com/office/drawing/2014/main" id="{CF863258-484E-F636-3E58-90B6612C7D3D}"/>
                  </a:ext>
                </a:extLst>
              </p:cNvPr>
              <p:cNvSpPr/>
              <p:nvPr/>
            </p:nvSpPr>
            <p:spPr>
              <a:xfrm>
                <a:off x="2379122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6" name="立方体 535">
                <a:extLst>
                  <a:ext uri="{FF2B5EF4-FFF2-40B4-BE49-F238E27FC236}">
                    <a16:creationId xmlns:a16="http://schemas.microsoft.com/office/drawing/2014/main" id="{5E8F03FA-37D0-5AAC-2627-F1DCD6475DAF}"/>
                  </a:ext>
                </a:extLst>
              </p:cNvPr>
              <p:cNvSpPr/>
              <p:nvPr/>
            </p:nvSpPr>
            <p:spPr>
              <a:xfrm>
                <a:off x="2006954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7" name="立方体 536">
                <a:extLst>
                  <a:ext uri="{FF2B5EF4-FFF2-40B4-BE49-F238E27FC236}">
                    <a16:creationId xmlns:a16="http://schemas.microsoft.com/office/drawing/2014/main" id="{124D2930-DC1C-A141-93D1-8C577C6433B3}"/>
                  </a:ext>
                </a:extLst>
              </p:cNvPr>
              <p:cNvSpPr/>
              <p:nvPr/>
            </p:nvSpPr>
            <p:spPr>
              <a:xfrm>
                <a:off x="2170467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8" name="立方体 537">
                <a:extLst>
                  <a:ext uri="{FF2B5EF4-FFF2-40B4-BE49-F238E27FC236}">
                    <a16:creationId xmlns:a16="http://schemas.microsoft.com/office/drawing/2014/main" id="{5CEEC17E-41E9-71DA-B9EB-4A89EC63F84F}"/>
                  </a:ext>
                </a:extLst>
              </p:cNvPr>
              <p:cNvSpPr/>
              <p:nvPr/>
            </p:nvSpPr>
            <p:spPr>
              <a:xfrm>
                <a:off x="2333980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9" name="立方体 538">
                <a:extLst>
                  <a:ext uri="{FF2B5EF4-FFF2-40B4-BE49-F238E27FC236}">
                    <a16:creationId xmlns:a16="http://schemas.microsoft.com/office/drawing/2014/main" id="{94D4D901-B0D1-5C0C-1EC7-962945C57937}"/>
                  </a:ext>
                </a:extLst>
              </p:cNvPr>
              <p:cNvSpPr/>
              <p:nvPr/>
            </p:nvSpPr>
            <p:spPr>
              <a:xfrm>
                <a:off x="1962531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0" name="立方体 539">
                <a:extLst>
                  <a:ext uri="{FF2B5EF4-FFF2-40B4-BE49-F238E27FC236}">
                    <a16:creationId xmlns:a16="http://schemas.microsoft.com/office/drawing/2014/main" id="{C5290B63-004F-1173-D256-0E9043460754}"/>
                  </a:ext>
                </a:extLst>
              </p:cNvPr>
              <p:cNvSpPr/>
              <p:nvPr/>
            </p:nvSpPr>
            <p:spPr>
              <a:xfrm>
                <a:off x="2126044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1" name="立方体 540">
                <a:extLst>
                  <a:ext uri="{FF2B5EF4-FFF2-40B4-BE49-F238E27FC236}">
                    <a16:creationId xmlns:a16="http://schemas.microsoft.com/office/drawing/2014/main" id="{B4327554-7AC1-A93E-595A-4490DDDDFCDB}"/>
                  </a:ext>
                </a:extLst>
              </p:cNvPr>
              <p:cNvSpPr/>
              <p:nvPr/>
            </p:nvSpPr>
            <p:spPr>
              <a:xfrm>
                <a:off x="2289557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2" name="立方体 541">
                <a:extLst>
                  <a:ext uri="{FF2B5EF4-FFF2-40B4-BE49-F238E27FC236}">
                    <a16:creationId xmlns:a16="http://schemas.microsoft.com/office/drawing/2014/main" id="{4DCAEC86-B819-96E6-6AD6-68D82AE819D9}"/>
                  </a:ext>
                </a:extLst>
              </p:cNvPr>
              <p:cNvSpPr/>
              <p:nvPr/>
            </p:nvSpPr>
            <p:spPr>
              <a:xfrm>
                <a:off x="2585620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3" name="立方体 542">
                <a:extLst>
                  <a:ext uri="{FF2B5EF4-FFF2-40B4-BE49-F238E27FC236}">
                    <a16:creationId xmlns:a16="http://schemas.microsoft.com/office/drawing/2014/main" id="{32F20E86-94E3-618C-227A-62B4C9755C83}"/>
                  </a:ext>
                </a:extLst>
              </p:cNvPr>
              <p:cNvSpPr/>
              <p:nvPr/>
            </p:nvSpPr>
            <p:spPr>
              <a:xfrm>
                <a:off x="2540478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4" name="立方体 543">
                <a:extLst>
                  <a:ext uri="{FF2B5EF4-FFF2-40B4-BE49-F238E27FC236}">
                    <a16:creationId xmlns:a16="http://schemas.microsoft.com/office/drawing/2014/main" id="{75614348-3738-00BA-4DAF-8C1E3C1936E3}"/>
                  </a:ext>
                </a:extLst>
              </p:cNvPr>
              <p:cNvSpPr/>
              <p:nvPr/>
            </p:nvSpPr>
            <p:spPr>
              <a:xfrm>
                <a:off x="2495336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5" name="立方体 544">
                <a:extLst>
                  <a:ext uri="{FF2B5EF4-FFF2-40B4-BE49-F238E27FC236}">
                    <a16:creationId xmlns:a16="http://schemas.microsoft.com/office/drawing/2014/main" id="{98FD9657-DFB5-F00A-0D6C-D2552A2AFD58}"/>
                  </a:ext>
                </a:extLst>
              </p:cNvPr>
              <p:cNvSpPr/>
              <p:nvPr/>
            </p:nvSpPr>
            <p:spPr>
              <a:xfrm>
                <a:off x="2450913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6" name="立方体 545">
                <a:extLst>
                  <a:ext uri="{FF2B5EF4-FFF2-40B4-BE49-F238E27FC236}">
                    <a16:creationId xmlns:a16="http://schemas.microsoft.com/office/drawing/2014/main" id="{D1CA99F5-DD10-D7C8-D120-7634D0EF0F2F}"/>
                  </a:ext>
                </a:extLst>
              </p:cNvPr>
              <p:cNvSpPr/>
              <p:nvPr/>
            </p:nvSpPr>
            <p:spPr>
              <a:xfrm>
                <a:off x="2744791" y="2178604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7" name="立方体 546">
                <a:extLst>
                  <a:ext uri="{FF2B5EF4-FFF2-40B4-BE49-F238E27FC236}">
                    <a16:creationId xmlns:a16="http://schemas.microsoft.com/office/drawing/2014/main" id="{3B561AAE-896D-F9D1-2196-74D07E742147}"/>
                  </a:ext>
                </a:extLst>
              </p:cNvPr>
              <p:cNvSpPr/>
              <p:nvPr/>
            </p:nvSpPr>
            <p:spPr>
              <a:xfrm>
                <a:off x="2699649" y="2224642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8" name="立方体 547">
                <a:extLst>
                  <a:ext uri="{FF2B5EF4-FFF2-40B4-BE49-F238E27FC236}">
                    <a16:creationId xmlns:a16="http://schemas.microsoft.com/office/drawing/2014/main" id="{D44B215A-3AF2-8780-FB20-113F4161391B}"/>
                  </a:ext>
                </a:extLst>
              </p:cNvPr>
              <p:cNvSpPr/>
              <p:nvPr/>
            </p:nvSpPr>
            <p:spPr>
              <a:xfrm>
                <a:off x="2654507" y="2270680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9" name="立方体 548">
                <a:extLst>
                  <a:ext uri="{FF2B5EF4-FFF2-40B4-BE49-F238E27FC236}">
                    <a16:creationId xmlns:a16="http://schemas.microsoft.com/office/drawing/2014/main" id="{9A5455A4-23DB-B42C-6850-AF2C62BAF68A}"/>
                  </a:ext>
                </a:extLst>
              </p:cNvPr>
              <p:cNvSpPr/>
              <p:nvPr/>
            </p:nvSpPr>
            <p:spPr>
              <a:xfrm>
                <a:off x="2610084" y="2316718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0" name="立方体 549">
                <a:extLst>
                  <a:ext uri="{FF2B5EF4-FFF2-40B4-BE49-F238E27FC236}">
                    <a16:creationId xmlns:a16="http://schemas.microsoft.com/office/drawing/2014/main" id="{7106E3EB-9826-12D0-1453-B59B2B078BBD}"/>
                  </a:ext>
                </a:extLst>
              </p:cNvPr>
              <p:cNvSpPr/>
              <p:nvPr/>
            </p:nvSpPr>
            <p:spPr>
              <a:xfrm>
                <a:off x="2746557" y="2024035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1" name="立方体 550">
                <a:extLst>
                  <a:ext uri="{FF2B5EF4-FFF2-40B4-BE49-F238E27FC236}">
                    <a16:creationId xmlns:a16="http://schemas.microsoft.com/office/drawing/2014/main" id="{DE6B3EE8-E98E-FDCE-8817-5FA347AEF878}"/>
                  </a:ext>
                </a:extLst>
              </p:cNvPr>
              <p:cNvSpPr/>
              <p:nvPr/>
            </p:nvSpPr>
            <p:spPr>
              <a:xfrm>
                <a:off x="2701415" y="2070073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2" name="立方体 551">
                <a:extLst>
                  <a:ext uri="{FF2B5EF4-FFF2-40B4-BE49-F238E27FC236}">
                    <a16:creationId xmlns:a16="http://schemas.microsoft.com/office/drawing/2014/main" id="{AE0C7153-C57F-2EBD-5691-B67C714C1434}"/>
                  </a:ext>
                </a:extLst>
              </p:cNvPr>
              <p:cNvSpPr/>
              <p:nvPr/>
            </p:nvSpPr>
            <p:spPr>
              <a:xfrm>
                <a:off x="2656273" y="2116111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3" name="立方体 552">
                <a:extLst>
                  <a:ext uri="{FF2B5EF4-FFF2-40B4-BE49-F238E27FC236}">
                    <a16:creationId xmlns:a16="http://schemas.microsoft.com/office/drawing/2014/main" id="{EDFB4113-C79E-1FFD-27E4-9CB0C76B6B3B}"/>
                  </a:ext>
                </a:extLst>
              </p:cNvPr>
              <p:cNvSpPr/>
              <p:nvPr/>
            </p:nvSpPr>
            <p:spPr>
              <a:xfrm>
                <a:off x="2611850" y="2162149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4" name="立方体 553">
                <a:extLst>
                  <a:ext uri="{FF2B5EF4-FFF2-40B4-BE49-F238E27FC236}">
                    <a16:creationId xmlns:a16="http://schemas.microsoft.com/office/drawing/2014/main" id="{C0E8FA9E-42EA-552E-6D0E-D979CA51A96E}"/>
                  </a:ext>
                </a:extLst>
              </p:cNvPr>
              <p:cNvSpPr/>
              <p:nvPr/>
            </p:nvSpPr>
            <p:spPr>
              <a:xfrm>
                <a:off x="2745290" y="1871754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5" name="立方体 554">
                <a:extLst>
                  <a:ext uri="{FF2B5EF4-FFF2-40B4-BE49-F238E27FC236}">
                    <a16:creationId xmlns:a16="http://schemas.microsoft.com/office/drawing/2014/main" id="{C434F71F-AD0B-1075-9AA7-508ED0DEC1B5}"/>
                  </a:ext>
                </a:extLst>
              </p:cNvPr>
              <p:cNvSpPr/>
              <p:nvPr/>
            </p:nvSpPr>
            <p:spPr>
              <a:xfrm>
                <a:off x="2700148" y="191779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6" name="立方体 555">
                <a:extLst>
                  <a:ext uri="{FF2B5EF4-FFF2-40B4-BE49-F238E27FC236}">
                    <a16:creationId xmlns:a16="http://schemas.microsoft.com/office/drawing/2014/main" id="{BF14D497-F46A-2C96-F7A4-B97C31F5B6B5}"/>
                  </a:ext>
                </a:extLst>
              </p:cNvPr>
              <p:cNvSpPr/>
              <p:nvPr/>
            </p:nvSpPr>
            <p:spPr>
              <a:xfrm>
                <a:off x="2655006" y="1963830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7" name="立方体 556">
                <a:extLst>
                  <a:ext uri="{FF2B5EF4-FFF2-40B4-BE49-F238E27FC236}">
                    <a16:creationId xmlns:a16="http://schemas.microsoft.com/office/drawing/2014/main" id="{F210148F-0065-E49D-85E0-82CF082FBAAA}"/>
                  </a:ext>
                </a:extLst>
              </p:cNvPr>
              <p:cNvSpPr/>
              <p:nvPr/>
            </p:nvSpPr>
            <p:spPr>
              <a:xfrm>
                <a:off x="2610583" y="2009868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8" name="立方体 557">
                <a:extLst>
                  <a:ext uri="{FF2B5EF4-FFF2-40B4-BE49-F238E27FC236}">
                    <a16:creationId xmlns:a16="http://schemas.microsoft.com/office/drawing/2014/main" id="{9F30A161-8524-69D1-407D-C6BDB0717884}"/>
                  </a:ext>
                </a:extLst>
              </p:cNvPr>
              <p:cNvSpPr/>
              <p:nvPr/>
            </p:nvSpPr>
            <p:spPr>
              <a:xfrm>
                <a:off x="2747056" y="171718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9" name="立方体 558">
                <a:extLst>
                  <a:ext uri="{FF2B5EF4-FFF2-40B4-BE49-F238E27FC236}">
                    <a16:creationId xmlns:a16="http://schemas.microsoft.com/office/drawing/2014/main" id="{92310B3C-6E5D-2F94-AC5C-F3B924370730}"/>
                  </a:ext>
                </a:extLst>
              </p:cNvPr>
              <p:cNvSpPr/>
              <p:nvPr/>
            </p:nvSpPr>
            <p:spPr>
              <a:xfrm>
                <a:off x="2701914" y="176322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0" name="立方体 559">
                <a:extLst>
                  <a:ext uri="{FF2B5EF4-FFF2-40B4-BE49-F238E27FC236}">
                    <a16:creationId xmlns:a16="http://schemas.microsoft.com/office/drawing/2014/main" id="{9F8B9F11-DAD4-6B33-2E80-F669BAB2E315}"/>
                  </a:ext>
                </a:extLst>
              </p:cNvPr>
              <p:cNvSpPr/>
              <p:nvPr/>
            </p:nvSpPr>
            <p:spPr>
              <a:xfrm>
                <a:off x="2656772" y="180926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1" name="立方体 560">
                <a:extLst>
                  <a:ext uri="{FF2B5EF4-FFF2-40B4-BE49-F238E27FC236}">
                    <a16:creationId xmlns:a16="http://schemas.microsoft.com/office/drawing/2014/main" id="{62A8BD56-4D36-ADE1-F9A0-00AD9C9BCA04}"/>
                  </a:ext>
                </a:extLst>
              </p:cNvPr>
              <p:cNvSpPr/>
              <p:nvPr/>
            </p:nvSpPr>
            <p:spPr>
              <a:xfrm>
                <a:off x="2612349" y="185529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2" name="立方体 561">
                <a:extLst>
                  <a:ext uri="{FF2B5EF4-FFF2-40B4-BE49-F238E27FC236}">
                    <a16:creationId xmlns:a16="http://schemas.microsoft.com/office/drawing/2014/main" id="{581F0E53-A140-1905-F793-1E38C6206894}"/>
                  </a:ext>
                </a:extLst>
              </p:cNvPr>
              <p:cNvSpPr/>
              <p:nvPr/>
            </p:nvSpPr>
            <p:spPr>
              <a:xfrm>
                <a:off x="1907116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3" name="立方体 562">
                <a:extLst>
                  <a:ext uri="{FF2B5EF4-FFF2-40B4-BE49-F238E27FC236}">
                    <a16:creationId xmlns:a16="http://schemas.microsoft.com/office/drawing/2014/main" id="{72275D1E-6B5C-65BA-5E6E-88E2FFAAEF9B}"/>
                  </a:ext>
                </a:extLst>
              </p:cNvPr>
              <p:cNvSpPr/>
              <p:nvPr/>
            </p:nvSpPr>
            <p:spPr>
              <a:xfrm>
                <a:off x="2070629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立方体 563">
                <a:extLst>
                  <a:ext uri="{FF2B5EF4-FFF2-40B4-BE49-F238E27FC236}">
                    <a16:creationId xmlns:a16="http://schemas.microsoft.com/office/drawing/2014/main" id="{2DBC561B-82DC-ADFB-692F-8130E5BF5E43}"/>
                  </a:ext>
                </a:extLst>
              </p:cNvPr>
              <p:cNvSpPr/>
              <p:nvPr/>
            </p:nvSpPr>
            <p:spPr>
              <a:xfrm>
                <a:off x="2234142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5" name="立方体 564">
                <a:extLst>
                  <a:ext uri="{FF2B5EF4-FFF2-40B4-BE49-F238E27FC236}">
                    <a16:creationId xmlns:a16="http://schemas.microsoft.com/office/drawing/2014/main" id="{48A7AC03-E95B-E9C5-5303-E1BCB67B196E}"/>
                  </a:ext>
                </a:extLst>
              </p:cNvPr>
              <p:cNvSpPr/>
              <p:nvPr/>
            </p:nvSpPr>
            <p:spPr>
              <a:xfrm>
                <a:off x="1907835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立方体 565">
                <a:extLst>
                  <a:ext uri="{FF2B5EF4-FFF2-40B4-BE49-F238E27FC236}">
                    <a16:creationId xmlns:a16="http://schemas.microsoft.com/office/drawing/2014/main" id="{54C9511D-9528-F14E-9BB0-6A6B00DEAD26}"/>
                  </a:ext>
                </a:extLst>
              </p:cNvPr>
              <p:cNvSpPr/>
              <p:nvPr/>
            </p:nvSpPr>
            <p:spPr>
              <a:xfrm>
                <a:off x="2071348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立方体 566">
                <a:extLst>
                  <a:ext uri="{FF2B5EF4-FFF2-40B4-BE49-F238E27FC236}">
                    <a16:creationId xmlns:a16="http://schemas.microsoft.com/office/drawing/2014/main" id="{0F333ACC-6E6D-5714-576C-187922667890}"/>
                  </a:ext>
                </a:extLst>
              </p:cNvPr>
              <p:cNvSpPr/>
              <p:nvPr/>
            </p:nvSpPr>
            <p:spPr>
              <a:xfrm>
                <a:off x="2234861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立方体 567">
                <a:extLst>
                  <a:ext uri="{FF2B5EF4-FFF2-40B4-BE49-F238E27FC236}">
                    <a16:creationId xmlns:a16="http://schemas.microsoft.com/office/drawing/2014/main" id="{2978B898-0CA8-74D9-35D5-2120CAC087EB}"/>
                  </a:ext>
                </a:extLst>
              </p:cNvPr>
              <p:cNvSpPr/>
              <p:nvPr/>
            </p:nvSpPr>
            <p:spPr>
              <a:xfrm>
                <a:off x="1907835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9" name="立方体 568">
                <a:extLst>
                  <a:ext uri="{FF2B5EF4-FFF2-40B4-BE49-F238E27FC236}">
                    <a16:creationId xmlns:a16="http://schemas.microsoft.com/office/drawing/2014/main" id="{4722DEA1-153C-6C3D-C263-8D6E239162F7}"/>
                  </a:ext>
                </a:extLst>
              </p:cNvPr>
              <p:cNvSpPr/>
              <p:nvPr/>
            </p:nvSpPr>
            <p:spPr>
              <a:xfrm>
                <a:off x="2071348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立方体 569">
                <a:extLst>
                  <a:ext uri="{FF2B5EF4-FFF2-40B4-BE49-F238E27FC236}">
                    <a16:creationId xmlns:a16="http://schemas.microsoft.com/office/drawing/2014/main" id="{F7E37ECF-70AB-A5A7-58A0-3DB1E856E999}"/>
                  </a:ext>
                </a:extLst>
              </p:cNvPr>
              <p:cNvSpPr/>
              <p:nvPr/>
            </p:nvSpPr>
            <p:spPr>
              <a:xfrm>
                <a:off x="2234861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1" name="立方体 570">
                <a:extLst>
                  <a:ext uri="{FF2B5EF4-FFF2-40B4-BE49-F238E27FC236}">
                    <a16:creationId xmlns:a16="http://schemas.microsoft.com/office/drawing/2014/main" id="{4B776D78-05EE-DF7F-29E3-AEEB7B42C116}"/>
                  </a:ext>
                </a:extLst>
              </p:cNvPr>
              <p:cNvSpPr/>
              <p:nvPr/>
            </p:nvSpPr>
            <p:spPr>
              <a:xfrm>
                <a:off x="2391153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2" name="立方体 571">
                <a:extLst>
                  <a:ext uri="{FF2B5EF4-FFF2-40B4-BE49-F238E27FC236}">
                    <a16:creationId xmlns:a16="http://schemas.microsoft.com/office/drawing/2014/main" id="{126C0754-B9E3-5D83-CC65-8F13E640544B}"/>
                  </a:ext>
                </a:extLst>
              </p:cNvPr>
              <p:cNvSpPr/>
              <p:nvPr/>
            </p:nvSpPr>
            <p:spPr>
              <a:xfrm>
                <a:off x="2391430" y="2224642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立方体 572">
                <a:extLst>
                  <a:ext uri="{FF2B5EF4-FFF2-40B4-BE49-F238E27FC236}">
                    <a16:creationId xmlns:a16="http://schemas.microsoft.com/office/drawing/2014/main" id="{9D5AF03F-9156-918E-5656-9F27C5543E36}"/>
                  </a:ext>
                </a:extLst>
              </p:cNvPr>
              <p:cNvSpPr/>
              <p:nvPr/>
            </p:nvSpPr>
            <p:spPr>
              <a:xfrm>
                <a:off x="2396217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4" name="立方体 573">
                <a:extLst>
                  <a:ext uri="{FF2B5EF4-FFF2-40B4-BE49-F238E27FC236}">
                    <a16:creationId xmlns:a16="http://schemas.microsoft.com/office/drawing/2014/main" id="{2547B0BD-5E98-E48F-B6E7-F9A133C6840D}"/>
                  </a:ext>
                </a:extLst>
              </p:cNvPr>
              <p:cNvSpPr/>
              <p:nvPr/>
            </p:nvSpPr>
            <p:spPr>
              <a:xfrm>
                <a:off x="1907687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5" name="立方体 574">
                <a:extLst>
                  <a:ext uri="{FF2B5EF4-FFF2-40B4-BE49-F238E27FC236}">
                    <a16:creationId xmlns:a16="http://schemas.microsoft.com/office/drawing/2014/main" id="{A21A9B7B-0A95-3B9F-4009-D63A6241761A}"/>
                  </a:ext>
                </a:extLst>
              </p:cNvPr>
              <p:cNvSpPr/>
              <p:nvPr/>
            </p:nvSpPr>
            <p:spPr>
              <a:xfrm>
                <a:off x="2071200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6" name="立方体 575">
                <a:extLst>
                  <a:ext uri="{FF2B5EF4-FFF2-40B4-BE49-F238E27FC236}">
                    <a16:creationId xmlns:a16="http://schemas.microsoft.com/office/drawing/2014/main" id="{F5EA7F47-84F4-879C-EE4C-FCA738272BF9}"/>
                  </a:ext>
                </a:extLst>
              </p:cNvPr>
              <p:cNvSpPr/>
              <p:nvPr/>
            </p:nvSpPr>
            <p:spPr>
              <a:xfrm>
                <a:off x="2234713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7" name="立方体 576">
                <a:extLst>
                  <a:ext uri="{FF2B5EF4-FFF2-40B4-BE49-F238E27FC236}">
                    <a16:creationId xmlns:a16="http://schemas.microsoft.com/office/drawing/2014/main" id="{FDF37011-ED1E-BAB7-9891-F684867778C4}"/>
                  </a:ext>
                </a:extLst>
              </p:cNvPr>
              <p:cNvSpPr/>
              <p:nvPr/>
            </p:nvSpPr>
            <p:spPr>
              <a:xfrm>
                <a:off x="2396069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8" name="立方体 577">
                <a:extLst>
                  <a:ext uri="{FF2B5EF4-FFF2-40B4-BE49-F238E27FC236}">
                    <a16:creationId xmlns:a16="http://schemas.microsoft.com/office/drawing/2014/main" id="{FCF9BB7A-4E3E-E643-C8BE-A9DD966BA128}"/>
                  </a:ext>
                </a:extLst>
              </p:cNvPr>
              <p:cNvSpPr/>
              <p:nvPr/>
            </p:nvSpPr>
            <p:spPr>
              <a:xfrm>
                <a:off x="2555240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9" name="立方体 578">
                <a:extLst>
                  <a:ext uri="{FF2B5EF4-FFF2-40B4-BE49-F238E27FC236}">
                    <a16:creationId xmlns:a16="http://schemas.microsoft.com/office/drawing/2014/main" id="{4457B415-01A5-B8E2-9139-7843046FE91D}"/>
                  </a:ext>
                </a:extLst>
              </p:cNvPr>
              <p:cNvSpPr/>
              <p:nvPr/>
            </p:nvSpPr>
            <p:spPr>
              <a:xfrm>
                <a:off x="2557006" y="2217370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0" name="立方体 579">
                <a:extLst>
                  <a:ext uri="{FF2B5EF4-FFF2-40B4-BE49-F238E27FC236}">
                    <a16:creationId xmlns:a16="http://schemas.microsoft.com/office/drawing/2014/main" id="{B6327FB4-2BD3-9B0B-E4B3-FF0708F3AF12}"/>
                  </a:ext>
                </a:extLst>
              </p:cNvPr>
              <p:cNvSpPr/>
              <p:nvPr/>
            </p:nvSpPr>
            <p:spPr>
              <a:xfrm>
                <a:off x="2555739" y="2065089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1" name="立方体 580">
                <a:extLst>
                  <a:ext uri="{FF2B5EF4-FFF2-40B4-BE49-F238E27FC236}">
                    <a16:creationId xmlns:a16="http://schemas.microsoft.com/office/drawing/2014/main" id="{16FEBD96-E229-CC74-5C75-1768FB6D065D}"/>
                  </a:ext>
                </a:extLst>
              </p:cNvPr>
              <p:cNvSpPr/>
              <p:nvPr/>
            </p:nvSpPr>
            <p:spPr>
              <a:xfrm>
                <a:off x="2557505" y="1910520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3" name="组合 582">
              <a:extLst>
                <a:ext uri="{FF2B5EF4-FFF2-40B4-BE49-F238E27FC236}">
                  <a16:creationId xmlns:a16="http://schemas.microsoft.com/office/drawing/2014/main" id="{4F56D2E1-F839-16E2-CFE7-EDE35C75185D}"/>
                </a:ext>
              </a:extLst>
            </p:cNvPr>
            <p:cNvGrpSpPr/>
            <p:nvPr/>
          </p:nvGrpSpPr>
          <p:grpSpPr>
            <a:xfrm>
              <a:off x="7447413" y="1004504"/>
              <a:ext cx="685869" cy="649001"/>
              <a:chOff x="1904931" y="1717185"/>
              <a:chExt cx="1050780" cy="1009161"/>
            </a:xfrm>
          </p:grpSpPr>
          <p:sp>
            <p:nvSpPr>
              <p:cNvPr id="584" name="立方体 583">
                <a:extLst>
                  <a:ext uri="{FF2B5EF4-FFF2-40B4-BE49-F238E27FC236}">
                    <a16:creationId xmlns:a16="http://schemas.microsoft.com/office/drawing/2014/main" id="{12522F4F-51C4-CD37-A4BB-4C70A782E4BD}"/>
                  </a:ext>
                </a:extLst>
              </p:cNvPr>
              <p:cNvSpPr/>
              <p:nvPr/>
            </p:nvSpPr>
            <p:spPr>
              <a:xfrm>
                <a:off x="2094482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5" name="立方体 584">
                <a:extLst>
                  <a:ext uri="{FF2B5EF4-FFF2-40B4-BE49-F238E27FC236}">
                    <a16:creationId xmlns:a16="http://schemas.microsoft.com/office/drawing/2014/main" id="{34BE4DFF-B3FA-687B-804D-B8E3E5186860}"/>
                  </a:ext>
                </a:extLst>
              </p:cNvPr>
              <p:cNvSpPr/>
              <p:nvPr/>
            </p:nvSpPr>
            <p:spPr>
              <a:xfrm>
                <a:off x="2257995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6" name="立方体 585">
                <a:extLst>
                  <a:ext uri="{FF2B5EF4-FFF2-40B4-BE49-F238E27FC236}">
                    <a16:creationId xmlns:a16="http://schemas.microsoft.com/office/drawing/2014/main" id="{DA203EDB-01E7-2B73-CA0E-8563089C79B6}"/>
                  </a:ext>
                </a:extLst>
              </p:cNvPr>
              <p:cNvSpPr/>
              <p:nvPr/>
            </p:nvSpPr>
            <p:spPr>
              <a:xfrm>
                <a:off x="2421508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7" name="立方体 586">
                <a:extLst>
                  <a:ext uri="{FF2B5EF4-FFF2-40B4-BE49-F238E27FC236}">
                    <a16:creationId xmlns:a16="http://schemas.microsoft.com/office/drawing/2014/main" id="{53D0800F-06A3-2E2C-EC69-C54DDCF5A718}"/>
                  </a:ext>
                </a:extLst>
              </p:cNvPr>
              <p:cNvSpPr/>
              <p:nvPr/>
            </p:nvSpPr>
            <p:spPr>
              <a:xfrm>
                <a:off x="2049340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立方体 587">
                <a:extLst>
                  <a:ext uri="{FF2B5EF4-FFF2-40B4-BE49-F238E27FC236}">
                    <a16:creationId xmlns:a16="http://schemas.microsoft.com/office/drawing/2014/main" id="{1960AB79-D76C-1246-942C-10377520F254}"/>
                  </a:ext>
                </a:extLst>
              </p:cNvPr>
              <p:cNvSpPr/>
              <p:nvPr/>
            </p:nvSpPr>
            <p:spPr>
              <a:xfrm>
                <a:off x="2212853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9" name="立方体 588">
                <a:extLst>
                  <a:ext uri="{FF2B5EF4-FFF2-40B4-BE49-F238E27FC236}">
                    <a16:creationId xmlns:a16="http://schemas.microsoft.com/office/drawing/2014/main" id="{7C1E3E51-AE68-EDFA-40BD-3584CC7218CB}"/>
                  </a:ext>
                </a:extLst>
              </p:cNvPr>
              <p:cNvSpPr/>
              <p:nvPr/>
            </p:nvSpPr>
            <p:spPr>
              <a:xfrm>
                <a:off x="2376366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0" name="立方体 589">
                <a:extLst>
                  <a:ext uri="{FF2B5EF4-FFF2-40B4-BE49-F238E27FC236}">
                    <a16:creationId xmlns:a16="http://schemas.microsoft.com/office/drawing/2014/main" id="{70989161-68E4-8E1A-AEF0-E3D1565FC043}"/>
                  </a:ext>
                </a:extLst>
              </p:cNvPr>
              <p:cNvSpPr/>
              <p:nvPr/>
            </p:nvSpPr>
            <p:spPr>
              <a:xfrm>
                <a:off x="2004198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1" name="立方体 590">
                <a:extLst>
                  <a:ext uri="{FF2B5EF4-FFF2-40B4-BE49-F238E27FC236}">
                    <a16:creationId xmlns:a16="http://schemas.microsoft.com/office/drawing/2014/main" id="{4907FEE1-A9BE-141A-D639-B1D17CC4D5D5}"/>
                  </a:ext>
                </a:extLst>
              </p:cNvPr>
              <p:cNvSpPr/>
              <p:nvPr/>
            </p:nvSpPr>
            <p:spPr>
              <a:xfrm>
                <a:off x="2167711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2" name="立方体 591">
                <a:extLst>
                  <a:ext uri="{FF2B5EF4-FFF2-40B4-BE49-F238E27FC236}">
                    <a16:creationId xmlns:a16="http://schemas.microsoft.com/office/drawing/2014/main" id="{F5180CE8-2BDD-C1CD-004B-F3B5D79B92F1}"/>
                  </a:ext>
                </a:extLst>
              </p:cNvPr>
              <p:cNvSpPr/>
              <p:nvPr/>
            </p:nvSpPr>
            <p:spPr>
              <a:xfrm>
                <a:off x="2331224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3" name="立方体 592">
                <a:extLst>
                  <a:ext uri="{FF2B5EF4-FFF2-40B4-BE49-F238E27FC236}">
                    <a16:creationId xmlns:a16="http://schemas.microsoft.com/office/drawing/2014/main" id="{38490ACB-559A-939A-E5C5-483FCA5A0D1C}"/>
                  </a:ext>
                </a:extLst>
              </p:cNvPr>
              <p:cNvSpPr/>
              <p:nvPr/>
            </p:nvSpPr>
            <p:spPr>
              <a:xfrm>
                <a:off x="1959775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4" name="立方体 593">
                <a:extLst>
                  <a:ext uri="{FF2B5EF4-FFF2-40B4-BE49-F238E27FC236}">
                    <a16:creationId xmlns:a16="http://schemas.microsoft.com/office/drawing/2014/main" id="{9FF8416F-2C8F-954F-2E01-1773B58DBDD2}"/>
                  </a:ext>
                </a:extLst>
              </p:cNvPr>
              <p:cNvSpPr/>
              <p:nvPr/>
            </p:nvSpPr>
            <p:spPr>
              <a:xfrm>
                <a:off x="2123288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5" name="立方体 594">
                <a:extLst>
                  <a:ext uri="{FF2B5EF4-FFF2-40B4-BE49-F238E27FC236}">
                    <a16:creationId xmlns:a16="http://schemas.microsoft.com/office/drawing/2014/main" id="{F4CEB292-CEA0-EF59-70BB-DDDCBF6F65CA}"/>
                  </a:ext>
                </a:extLst>
              </p:cNvPr>
              <p:cNvSpPr/>
              <p:nvPr/>
            </p:nvSpPr>
            <p:spPr>
              <a:xfrm>
                <a:off x="2286801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6" name="立方体 595">
                <a:extLst>
                  <a:ext uri="{FF2B5EF4-FFF2-40B4-BE49-F238E27FC236}">
                    <a16:creationId xmlns:a16="http://schemas.microsoft.com/office/drawing/2014/main" id="{CE5DB692-7A4B-DEB2-07A4-E123D6B33E29}"/>
                  </a:ext>
                </a:extLst>
              </p:cNvPr>
              <p:cNvSpPr/>
              <p:nvPr/>
            </p:nvSpPr>
            <p:spPr>
              <a:xfrm>
                <a:off x="2582864" y="23304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7" name="立方体 596">
                <a:extLst>
                  <a:ext uri="{FF2B5EF4-FFF2-40B4-BE49-F238E27FC236}">
                    <a16:creationId xmlns:a16="http://schemas.microsoft.com/office/drawing/2014/main" id="{D70D1A4E-EEFB-F268-72BD-329B7F2EDD9C}"/>
                  </a:ext>
                </a:extLst>
              </p:cNvPr>
              <p:cNvSpPr/>
              <p:nvPr/>
            </p:nvSpPr>
            <p:spPr>
              <a:xfrm>
                <a:off x="2537722" y="237653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8" name="立方体 597">
                <a:extLst>
                  <a:ext uri="{FF2B5EF4-FFF2-40B4-BE49-F238E27FC236}">
                    <a16:creationId xmlns:a16="http://schemas.microsoft.com/office/drawing/2014/main" id="{F6474453-9FF7-F514-DB1F-C8609914D89F}"/>
                  </a:ext>
                </a:extLst>
              </p:cNvPr>
              <p:cNvSpPr/>
              <p:nvPr/>
            </p:nvSpPr>
            <p:spPr>
              <a:xfrm>
                <a:off x="2492580" y="242256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9" name="立方体 598">
                <a:extLst>
                  <a:ext uri="{FF2B5EF4-FFF2-40B4-BE49-F238E27FC236}">
                    <a16:creationId xmlns:a16="http://schemas.microsoft.com/office/drawing/2014/main" id="{C85F8F83-A347-7C44-68ED-374BA63D176D}"/>
                  </a:ext>
                </a:extLst>
              </p:cNvPr>
              <p:cNvSpPr/>
              <p:nvPr/>
            </p:nvSpPr>
            <p:spPr>
              <a:xfrm>
                <a:off x="2448157" y="246860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0" name="立方体 599">
                <a:extLst>
                  <a:ext uri="{FF2B5EF4-FFF2-40B4-BE49-F238E27FC236}">
                    <a16:creationId xmlns:a16="http://schemas.microsoft.com/office/drawing/2014/main" id="{C7A74648-9193-8576-A735-C901A3074449}"/>
                  </a:ext>
                </a:extLst>
              </p:cNvPr>
              <p:cNvSpPr/>
              <p:nvPr/>
            </p:nvSpPr>
            <p:spPr>
              <a:xfrm>
                <a:off x="2744300" y="2327420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1" name="立方体 600">
                <a:extLst>
                  <a:ext uri="{FF2B5EF4-FFF2-40B4-BE49-F238E27FC236}">
                    <a16:creationId xmlns:a16="http://schemas.microsoft.com/office/drawing/2014/main" id="{C7BB2E36-705F-96FA-CD65-FA2EFF05F8E8}"/>
                  </a:ext>
                </a:extLst>
              </p:cNvPr>
              <p:cNvSpPr/>
              <p:nvPr/>
            </p:nvSpPr>
            <p:spPr>
              <a:xfrm>
                <a:off x="2699158" y="237345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立方体 601">
                <a:extLst>
                  <a:ext uri="{FF2B5EF4-FFF2-40B4-BE49-F238E27FC236}">
                    <a16:creationId xmlns:a16="http://schemas.microsoft.com/office/drawing/2014/main" id="{CF7252F2-BD90-C0BF-A9C9-9840B2292351}"/>
                  </a:ext>
                </a:extLst>
              </p:cNvPr>
              <p:cNvSpPr/>
              <p:nvPr/>
            </p:nvSpPr>
            <p:spPr>
              <a:xfrm>
                <a:off x="2654016" y="2419496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3" name="立方体 602">
                <a:extLst>
                  <a:ext uri="{FF2B5EF4-FFF2-40B4-BE49-F238E27FC236}">
                    <a16:creationId xmlns:a16="http://schemas.microsoft.com/office/drawing/2014/main" id="{7B17B8A9-57E1-AC77-CA19-84EF0AC3219B}"/>
                  </a:ext>
                </a:extLst>
              </p:cNvPr>
              <p:cNvSpPr/>
              <p:nvPr/>
            </p:nvSpPr>
            <p:spPr>
              <a:xfrm>
                <a:off x="2609593" y="2465534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立方体 603">
                <a:extLst>
                  <a:ext uri="{FF2B5EF4-FFF2-40B4-BE49-F238E27FC236}">
                    <a16:creationId xmlns:a16="http://schemas.microsoft.com/office/drawing/2014/main" id="{C3851F45-BE1B-EF04-8C61-2AFE52B25434}"/>
                  </a:ext>
                </a:extLst>
              </p:cNvPr>
              <p:cNvSpPr/>
              <p:nvPr/>
            </p:nvSpPr>
            <p:spPr>
              <a:xfrm>
                <a:off x="1904931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5" name="立方体 604">
                <a:extLst>
                  <a:ext uri="{FF2B5EF4-FFF2-40B4-BE49-F238E27FC236}">
                    <a16:creationId xmlns:a16="http://schemas.microsoft.com/office/drawing/2014/main" id="{2D1E01AB-4832-86F5-8DBB-8846BFA80106}"/>
                  </a:ext>
                </a:extLst>
              </p:cNvPr>
              <p:cNvSpPr/>
              <p:nvPr/>
            </p:nvSpPr>
            <p:spPr>
              <a:xfrm>
                <a:off x="2068444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立方体 605">
                <a:extLst>
                  <a:ext uri="{FF2B5EF4-FFF2-40B4-BE49-F238E27FC236}">
                    <a16:creationId xmlns:a16="http://schemas.microsoft.com/office/drawing/2014/main" id="{8553953D-E482-D35F-23C5-05F309ACDD13}"/>
                  </a:ext>
                </a:extLst>
              </p:cNvPr>
              <p:cNvSpPr/>
              <p:nvPr/>
            </p:nvSpPr>
            <p:spPr>
              <a:xfrm>
                <a:off x="2231957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7" name="立方体 606">
                <a:extLst>
                  <a:ext uri="{FF2B5EF4-FFF2-40B4-BE49-F238E27FC236}">
                    <a16:creationId xmlns:a16="http://schemas.microsoft.com/office/drawing/2014/main" id="{8359B8E2-BB9F-6198-A95A-F47AF5BFC444}"/>
                  </a:ext>
                </a:extLst>
              </p:cNvPr>
              <p:cNvSpPr/>
              <p:nvPr/>
            </p:nvSpPr>
            <p:spPr>
              <a:xfrm>
                <a:off x="2393313" y="2523828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立方体 607">
                <a:extLst>
                  <a:ext uri="{FF2B5EF4-FFF2-40B4-BE49-F238E27FC236}">
                    <a16:creationId xmlns:a16="http://schemas.microsoft.com/office/drawing/2014/main" id="{112E3AA8-7797-1B29-1BD0-7DD7A09DD879}"/>
                  </a:ext>
                </a:extLst>
              </p:cNvPr>
              <p:cNvSpPr/>
              <p:nvPr/>
            </p:nvSpPr>
            <p:spPr>
              <a:xfrm>
                <a:off x="2554749" y="2520755"/>
                <a:ext cx="208655" cy="202518"/>
              </a:xfrm>
              <a:prstGeom prst="cub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9" name="立方体 608">
                <a:extLst>
                  <a:ext uri="{FF2B5EF4-FFF2-40B4-BE49-F238E27FC236}">
                    <a16:creationId xmlns:a16="http://schemas.microsoft.com/office/drawing/2014/main" id="{A51475F1-A386-B5E7-4E41-CCE2C28AE7ED}"/>
                  </a:ext>
                </a:extLst>
              </p:cNvPr>
              <p:cNvSpPr/>
              <p:nvPr/>
            </p:nvSpPr>
            <p:spPr>
              <a:xfrm>
                <a:off x="2098824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立方体 609">
                <a:extLst>
                  <a:ext uri="{FF2B5EF4-FFF2-40B4-BE49-F238E27FC236}">
                    <a16:creationId xmlns:a16="http://schemas.microsoft.com/office/drawing/2014/main" id="{12404303-9B2D-5CFE-A160-B26D948C4E99}"/>
                  </a:ext>
                </a:extLst>
              </p:cNvPr>
              <p:cNvSpPr/>
              <p:nvPr/>
            </p:nvSpPr>
            <p:spPr>
              <a:xfrm>
                <a:off x="2262337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1" name="立方体 610">
                <a:extLst>
                  <a:ext uri="{FF2B5EF4-FFF2-40B4-BE49-F238E27FC236}">
                    <a16:creationId xmlns:a16="http://schemas.microsoft.com/office/drawing/2014/main" id="{33AA2BDC-6E7E-B99A-780A-4DD62913CC88}"/>
                  </a:ext>
                </a:extLst>
              </p:cNvPr>
              <p:cNvSpPr/>
              <p:nvPr/>
            </p:nvSpPr>
            <p:spPr>
              <a:xfrm>
                <a:off x="2425850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立方体 611">
                <a:extLst>
                  <a:ext uri="{FF2B5EF4-FFF2-40B4-BE49-F238E27FC236}">
                    <a16:creationId xmlns:a16="http://schemas.microsoft.com/office/drawing/2014/main" id="{8A870196-9DC8-5C4A-1FAE-210032C4E545}"/>
                  </a:ext>
                </a:extLst>
              </p:cNvPr>
              <p:cNvSpPr/>
              <p:nvPr/>
            </p:nvSpPr>
            <p:spPr>
              <a:xfrm>
                <a:off x="2053682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3" name="立方体 612">
                <a:extLst>
                  <a:ext uri="{FF2B5EF4-FFF2-40B4-BE49-F238E27FC236}">
                    <a16:creationId xmlns:a16="http://schemas.microsoft.com/office/drawing/2014/main" id="{8327FA8B-7F54-A9A0-3F51-428AAD79D3F9}"/>
                  </a:ext>
                </a:extLst>
              </p:cNvPr>
              <p:cNvSpPr/>
              <p:nvPr/>
            </p:nvSpPr>
            <p:spPr>
              <a:xfrm>
                <a:off x="2217195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立方体 613">
                <a:extLst>
                  <a:ext uri="{FF2B5EF4-FFF2-40B4-BE49-F238E27FC236}">
                    <a16:creationId xmlns:a16="http://schemas.microsoft.com/office/drawing/2014/main" id="{8DA7A0B0-701A-ABCF-1150-ACE3FBD93A52}"/>
                  </a:ext>
                </a:extLst>
              </p:cNvPr>
              <p:cNvSpPr/>
              <p:nvPr/>
            </p:nvSpPr>
            <p:spPr>
              <a:xfrm>
                <a:off x="2380708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立方体 614">
                <a:extLst>
                  <a:ext uri="{FF2B5EF4-FFF2-40B4-BE49-F238E27FC236}">
                    <a16:creationId xmlns:a16="http://schemas.microsoft.com/office/drawing/2014/main" id="{58E3D9D3-0ECF-C284-FB02-249596C6788C}"/>
                  </a:ext>
                </a:extLst>
              </p:cNvPr>
              <p:cNvSpPr/>
              <p:nvPr/>
            </p:nvSpPr>
            <p:spPr>
              <a:xfrm>
                <a:off x="2008540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立方体 615">
                <a:extLst>
                  <a:ext uri="{FF2B5EF4-FFF2-40B4-BE49-F238E27FC236}">
                    <a16:creationId xmlns:a16="http://schemas.microsoft.com/office/drawing/2014/main" id="{E784429C-7196-C1C7-0565-8FE53257D568}"/>
                  </a:ext>
                </a:extLst>
              </p:cNvPr>
              <p:cNvSpPr/>
              <p:nvPr/>
            </p:nvSpPr>
            <p:spPr>
              <a:xfrm>
                <a:off x="2172053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7" name="立方体 616">
                <a:extLst>
                  <a:ext uri="{FF2B5EF4-FFF2-40B4-BE49-F238E27FC236}">
                    <a16:creationId xmlns:a16="http://schemas.microsoft.com/office/drawing/2014/main" id="{A25D438A-EE62-C365-0857-FC13F8210C86}"/>
                  </a:ext>
                </a:extLst>
              </p:cNvPr>
              <p:cNvSpPr/>
              <p:nvPr/>
            </p:nvSpPr>
            <p:spPr>
              <a:xfrm>
                <a:off x="2335566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8" name="立方体 617">
                <a:extLst>
                  <a:ext uri="{FF2B5EF4-FFF2-40B4-BE49-F238E27FC236}">
                    <a16:creationId xmlns:a16="http://schemas.microsoft.com/office/drawing/2014/main" id="{2C77B973-9952-1AF3-3E17-64B26316EAA4}"/>
                  </a:ext>
                </a:extLst>
              </p:cNvPr>
              <p:cNvSpPr/>
              <p:nvPr/>
            </p:nvSpPr>
            <p:spPr>
              <a:xfrm>
                <a:off x="2098824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9" name="立方体 618">
                <a:extLst>
                  <a:ext uri="{FF2B5EF4-FFF2-40B4-BE49-F238E27FC236}">
                    <a16:creationId xmlns:a16="http://schemas.microsoft.com/office/drawing/2014/main" id="{1811EFF6-1867-2835-BFF1-4BD19D7331FD}"/>
                  </a:ext>
                </a:extLst>
              </p:cNvPr>
              <p:cNvSpPr/>
              <p:nvPr/>
            </p:nvSpPr>
            <p:spPr>
              <a:xfrm>
                <a:off x="2262337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0" name="立方体 619">
                <a:extLst>
                  <a:ext uri="{FF2B5EF4-FFF2-40B4-BE49-F238E27FC236}">
                    <a16:creationId xmlns:a16="http://schemas.microsoft.com/office/drawing/2014/main" id="{AC044499-58EE-F404-CC82-3DCBB5C4872E}"/>
                  </a:ext>
                </a:extLst>
              </p:cNvPr>
              <p:cNvSpPr/>
              <p:nvPr/>
            </p:nvSpPr>
            <p:spPr>
              <a:xfrm>
                <a:off x="2425850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1" name="立方体 620">
                <a:extLst>
                  <a:ext uri="{FF2B5EF4-FFF2-40B4-BE49-F238E27FC236}">
                    <a16:creationId xmlns:a16="http://schemas.microsoft.com/office/drawing/2014/main" id="{EEC17BAC-D911-98C4-D33F-84047A55A46D}"/>
                  </a:ext>
                </a:extLst>
              </p:cNvPr>
              <p:cNvSpPr/>
              <p:nvPr/>
            </p:nvSpPr>
            <p:spPr>
              <a:xfrm>
                <a:off x="2053682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2" name="立方体 621">
                <a:extLst>
                  <a:ext uri="{FF2B5EF4-FFF2-40B4-BE49-F238E27FC236}">
                    <a16:creationId xmlns:a16="http://schemas.microsoft.com/office/drawing/2014/main" id="{8811A1EC-FE3A-31BF-19B8-E1DE24466B0D}"/>
                  </a:ext>
                </a:extLst>
              </p:cNvPr>
              <p:cNvSpPr/>
              <p:nvPr/>
            </p:nvSpPr>
            <p:spPr>
              <a:xfrm>
                <a:off x="2217195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3" name="立方体 622">
                <a:extLst>
                  <a:ext uri="{FF2B5EF4-FFF2-40B4-BE49-F238E27FC236}">
                    <a16:creationId xmlns:a16="http://schemas.microsoft.com/office/drawing/2014/main" id="{5B3DBEB3-72B3-AC6B-CF5D-17727B4CB643}"/>
                  </a:ext>
                </a:extLst>
              </p:cNvPr>
              <p:cNvSpPr/>
              <p:nvPr/>
            </p:nvSpPr>
            <p:spPr>
              <a:xfrm>
                <a:off x="2380708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4" name="立方体 623">
                <a:extLst>
                  <a:ext uri="{FF2B5EF4-FFF2-40B4-BE49-F238E27FC236}">
                    <a16:creationId xmlns:a16="http://schemas.microsoft.com/office/drawing/2014/main" id="{7D618798-F1DF-15CE-A81D-202FBD061CEC}"/>
                  </a:ext>
                </a:extLst>
              </p:cNvPr>
              <p:cNvSpPr/>
              <p:nvPr/>
            </p:nvSpPr>
            <p:spPr>
              <a:xfrm>
                <a:off x="2008540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5" name="立方体 624">
                <a:extLst>
                  <a:ext uri="{FF2B5EF4-FFF2-40B4-BE49-F238E27FC236}">
                    <a16:creationId xmlns:a16="http://schemas.microsoft.com/office/drawing/2014/main" id="{4515E872-34B1-8FD2-0E5A-C87D3BF5F2A3}"/>
                  </a:ext>
                </a:extLst>
              </p:cNvPr>
              <p:cNvSpPr/>
              <p:nvPr/>
            </p:nvSpPr>
            <p:spPr>
              <a:xfrm>
                <a:off x="2172053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6" name="立方体 625">
                <a:extLst>
                  <a:ext uri="{FF2B5EF4-FFF2-40B4-BE49-F238E27FC236}">
                    <a16:creationId xmlns:a16="http://schemas.microsoft.com/office/drawing/2014/main" id="{7D51F5E6-480C-A4DA-AC82-2257A4E2D094}"/>
                  </a:ext>
                </a:extLst>
              </p:cNvPr>
              <p:cNvSpPr/>
              <p:nvPr/>
            </p:nvSpPr>
            <p:spPr>
              <a:xfrm>
                <a:off x="2335566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7" name="立方体 626">
                <a:extLst>
                  <a:ext uri="{FF2B5EF4-FFF2-40B4-BE49-F238E27FC236}">
                    <a16:creationId xmlns:a16="http://schemas.microsoft.com/office/drawing/2014/main" id="{8F7B3BAF-2EEC-3B75-8030-6ED219340FF4}"/>
                  </a:ext>
                </a:extLst>
              </p:cNvPr>
              <p:cNvSpPr/>
              <p:nvPr/>
            </p:nvSpPr>
            <p:spPr>
              <a:xfrm>
                <a:off x="2097386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8" name="立方体 627">
                <a:extLst>
                  <a:ext uri="{FF2B5EF4-FFF2-40B4-BE49-F238E27FC236}">
                    <a16:creationId xmlns:a16="http://schemas.microsoft.com/office/drawing/2014/main" id="{E1CB65E8-B588-E66F-9040-9C6E7CA421DB}"/>
                  </a:ext>
                </a:extLst>
              </p:cNvPr>
              <p:cNvSpPr/>
              <p:nvPr/>
            </p:nvSpPr>
            <p:spPr>
              <a:xfrm>
                <a:off x="2260899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9" name="立方体 628">
                <a:extLst>
                  <a:ext uri="{FF2B5EF4-FFF2-40B4-BE49-F238E27FC236}">
                    <a16:creationId xmlns:a16="http://schemas.microsoft.com/office/drawing/2014/main" id="{9641173B-FCCC-D57C-6701-4A64AEC9D55E}"/>
                  </a:ext>
                </a:extLst>
              </p:cNvPr>
              <p:cNvSpPr/>
              <p:nvPr/>
            </p:nvSpPr>
            <p:spPr>
              <a:xfrm>
                <a:off x="2424412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0" name="立方体 629">
                <a:extLst>
                  <a:ext uri="{FF2B5EF4-FFF2-40B4-BE49-F238E27FC236}">
                    <a16:creationId xmlns:a16="http://schemas.microsoft.com/office/drawing/2014/main" id="{C7755E46-B41F-9A37-5A2B-B36DAA7A1D46}"/>
                  </a:ext>
                </a:extLst>
              </p:cNvPr>
              <p:cNvSpPr/>
              <p:nvPr/>
            </p:nvSpPr>
            <p:spPr>
              <a:xfrm>
                <a:off x="2052244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1" name="立方体 630">
                <a:extLst>
                  <a:ext uri="{FF2B5EF4-FFF2-40B4-BE49-F238E27FC236}">
                    <a16:creationId xmlns:a16="http://schemas.microsoft.com/office/drawing/2014/main" id="{5BF6CF4A-ACB7-D818-3F94-1A8721C0D311}"/>
                  </a:ext>
                </a:extLst>
              </p:cNvPr>
              <p:cNvSpPr/>
              <p:nvPr/>
            </p:nvSpPr>
            <p:spPr>
              <a:xfrm>
                <a:off x="2215757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2" name="立方体 631">
                <a:extLst>
                  <a:ext uri="{FF2B5EF4-FFF2-40B4-BE49-F238E27FC236}">
                    <a16:creationId xmlns:a16="http://schemas.microsoft.com/office/drawing/2014/main" id="{4B28A16B-63DC-DDCE-AD76-617C4A009D1B}"/>
                  </a:ext>
                </a:extLst>
              </p:cNvPr>
              <p:cNvSpPr/>
              <p:nvPr/>
            </p:nvSpPr>
            <p:spPr>
              <a:xfrm>
                <a:off x="2379270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立方体 632">
                <a:extLst>
                  <a:ext uri="{FF2B5EF4-FFF2-40B4-BE49-F238E27FC236}">
                    <a16:creationId xmlns:a16="http://schemas.microsoft.com/office/drawing/2014/main" id="{67A7228F-6152-AF4F-147B-833F9B74C100}"/>
                  </a:ext>
                </a:extLst>
              </p:cNvPr>
              <p:cNvSpPr/>
              <p:nvPr/>
            </p:nvSpPr>
            <p:spPr>
              <a:xfrm>
                <a:off x="2007102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4" name="立方体 633">
                <a:extLst>
                  <a:ext uri="{FF2B5EF4-FFF2-40B4-BE49-F238E27FC236}">
                    <a16:creationId xmlns:a16="http://schemas.microsoft.com/office/drawing/2014/main" id="{50044A2A-5262-4A52-4437-A630D1A17518}"/>
                  </a:ext>
                </a:extLst>
              </p:cNvPr>
              <p:cNvSpPr/>
              <p:nvPr/>
            </p:nvSpPr>
            <p:spPr>
              <a:xfrm>
                <a:off x="2170615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5" name="立方体 634">
                <a:extLst>
                  <a:ext uri="{FF2B5EF4-FFF2-40B4-BE49-F238E27FC236}">
                    <a16:creationId xmlns:a16="http://schemas.microsoft.com/office/drawing/2014/main" id="{AAE0F6A2-BAD1-628A-7B4C-F82346345A5F}"/>
                  </a:ext>
                </a:extLst>
              </p:cNvPr>
              <p:cNvSpPr/>
              <p:nvPr/>
            </p:nvSpPr>
            <p:spPr>
              <a:xfrm>
                <a:off x="2334128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6" name="立方体 635">
                <a:extLst>
                  <a:ext uri="{FF2B5EF4-FFF2-40B4-BE49-F238E27FC236}">
                    <a16:creationId xmlns:a16="http://schemas.microsoft.com/office/drawing/2014/main" id="{0F3B469A-D1A7-A85B-4CAE-2B5E313390CE}"/>
                  </a:ext>
                </a:extLst>
              </p:cNvPr>
              <p:cNvSpPr/>
              <p:nvPr/>
            </p:nvSpPr>
            <p:spPr>
              <a:xfrm>
                <a:off x="1961960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7" name="立方体 636">
                <a:extLst>
                  <a:ext uri="{FF2B5EF4-FFF2-40B4-BE49-F238E27FC236}">
                    <a16:creationId xmlns:a16="http://schemas.microsoft.com/office/drawing/2014/main" id="{1D0C2EC8-B96C-8DA7-7EC5-B0DB38FA254F}"/>
                  </a:ext>
                </a:extLst>
              </p:cNvPr>
              <p:cNvSpPr/>
              <p:nvPr/>
            </p:nvSpPr>
            <p:spPr>
              <a:xfrm>
                <a:off x="2125473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立方体 637">
                <a:extLst>
                  <a:ext uri="{FF2B5EF4-FFF2-40B4-BE49-F238E27FC236}">
                    <a16:creationId xmlns:a16="http://schemas.microsoft.com/office/drawing/2014/main" id="{EE1B54C5-5E8A-4984-6B3A-9559E47D8E38}"/>
                  </a:ext>
                </a:extLst>
              </p:cNvPr>
              <p:cNvSpPr/>
              <p:nvPr/>
            </p:nvSpPr>
            <p:spPr>
              <a:xfrm>
                <a:off x="2288986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9" name="立方体 638">
                <a:extLst>
                  <a:ext uri="{FF2B5EF4-FFF2-40B4-BE49-F238E27FC236}">
                    <a16:creationId xmlns:a16="http://schemas.microsoft.com/office/drawing/2014/main" id="{0670D960-EA5E-2E5C-982D-1CF7FCDA83CA}"/>
                  </a:ext>
                </a:extLst>
              </p:cNvPr>
              <p:cNvSpPr/>
              <p:nvPr/>
            </p:nvSpPr>
            <p:spPr>
              <a:xfrm>
                <a:off x="1962679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0" name="立方体 639">
                <a:extLst>
                  <a:ext uri="{FF2B5EF4-FFF2-40B4-BE49-F238E27FC236}">
                    <a16:creationId xmlns:a16="http://schemas.microsoft.com/office/drawing/2014/main" id="{B123716C-49C1-FF7B-C7EC-C953DB77FB80}"/>
                  </a:ext>
                </a:extLst>
              </p:cNvPr>
              <p:cNvSpPr/>
              <p:nvPr/>
            </p:nvSpPr>
            <p:spPr>
              <a:xfrm>
                <a:off x="2126192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1" name="立方体 640">
                <a:extLst>
                  <a:ext uri="{FF2B5EF4-FFF2-40B4-BE49-F238E27FC236}">
                    <a16:creationId xmlns:a16="http://schemas.microsoft.com/office/drawing/2014/main" id="{9ED7817F-7D9E-65D0-3C1F-FB9DD84FCF29}"/>
                  </a:ext>
                </a:extLst>
              </p:cNvPr>
              <p:cNvSpPr/>
              <p:nvPr/>
            </p:nvSpPr>
            <p:spPr>
              <a:xfrm>
                <a:off x="2289705" y="215755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2" name="立方体 641">
                <a:extLst>
                  <a:ext uri="{FF2B5EF4-FFF2-40B4-BE49-F238E27FC236}">
                    <a16:creationId xmlns:a16="http://schemas.microsoft.com/office/drawing/2014/main" id="{CBF18553-E146-0649-96D3-5887FE737C49}"/>
                  </a:ext>
                </a:extLst>
              </p:cNvPr>
              <p:cNvSpPr/>
              <p:nvPr/>
            </p:nvSpPr>
            <p:spPr>
              <a:xfrm>
                <a:off x="1962679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3" name="立方体 642">
                <a:extLst>
                  <a:ext uri="{FF2B5EF4-FFF2-40B4-BE49-F238E27FC236}">
                    <a16:creationId xmlns:a16="http://schemas.microsoft.com/office/drawing/2014/main" id="{A7ADE714-811E-7982-05C2-FC831BA18521}"/>
                  </a:ext>
                </a:extLst>
              </p:cNvPr>
              <p:cNvSpPr/>
              <p:nvPr/>
            </p:nvSpPr>
            <p:spPr>
              <a:xfrm>
                <a:off x="2126192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立方体 643">
                <a:extLst>
                  <a:ext uri="{FF2B5EF4-FFF2-40B4-BE49-F238E27FC236}">
                    <a16:creationId xmlns:a16="http://schemas.microsoft.com/office/drawing/2014/main" id="{CFC93128-7035-24F4-ED4D-FDEC20E3CC85}"/>
                  </a:ext>
                </a:extLst>
              </p:cNvPr>
              <p:cNvSpPr/>
              <p:nvPr/>
            </p:nvSpPr>
            <p:spPr>
              <a:xfrm>
                <a:off x="2289705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5" name="立方体 644">
                <a:extLst>
                  <a:ext uri="{FF2B5EF4-FFF2-40B4-BE49-F238E27FC236}">
                    <a16:creationId xmlns:a16="http://schemas.microsoft.com/office/drawing/2014/main" id="{9288C672-EDA2-E2BC-37F5-74377A0CB35D}"/>
                  </a:ext>
                </a:extLst>
              </p:cNvPr>
              <p:cNvSpPr/>
              <p:nvPr/>
            </p:nvSpPr>
            <p:spPr>
              <a:xfrm>
                <a:off x="2582861" y="2178604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6" name="立方体 645">
                <a:extLst>
                  <a:ext uri="{FF2B5EF4-FFF2-40B4-BE49-F238E27FC236}">
                    <a16:creationId xmlns:a16="http://schemas.microsoft.com/office/drawing/2014/main" id="{55904E60-D6EE-8279-C88B-67B9E32186B2}"/>
                  </a:ext>
                </a:extLst>
              </p:cNvPr>
              <p:cNvSpPr/>
              <p:nvPr/>
            </p:nvSpPr>
            <p:spPr>
              <a:xfrm>
                <a:off x="2537719" y="2224642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7" name="立方体 646">
                <a:extLst>
                  <a:ext uri="{FF2B5EF4-FFF2-40B4-BE49-F238E27FC236}">
                    <a16:creationId xmlns:a16="http://schemas.microsoft.com/office/drawing/2014/main" id="{BD7D1082-99A7-DA1F-4939-AEE1E4CC8EA1}"/>
                  </a:ext>
                </a:extLst>
              </p:cNvPr>
              <p:cNvSpPr/>
              <p:nvPr/>
            </p:nvSpPr>
            <p:spPr>
              <a:xfrm>
                <a:off x="2492577" y="2270680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8" name="立方体 647">
                <a:extLst>
                  <a:ext uri="{FF2B5EF4-FFF2-40B4-BE49-F238E27FC236}">
                    <a16:creationId xmlns:a16="http://schemas.microsoft.com/office/drawing/2014/main" id="{514B496F-E7EE-6D73-0E04-C3A432348613}"/>
                  </a:ext>
                </a:extLst>
              </p:cNvPr>
              <p:cNvSpPr/>
              <p:nvPr/>
            </p:nvSpPr>
            <p:spPr>
              <a:xfrm>
                <a:off x="2445997" y="2316718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9" name="立方体 648">
                <a:extLst>
                  <a:ext uri="{FF2B5EF4-FFF2-40B4-BE49-F238E27FC236}">
                    <a16:creationId xmlns:a16="http://schemas.microsoft.com/office/drawing/2014/main" id="{F5E00BBC-EED6-DBF5-1323-0E564E4D355F}"/>
                  </a:ext>
                </a:extLst>
              </p:cNvPr>
              <p:cNvSpPr/>
              <p:nvPr/>
            </p:nvSpPr>
            <p:spPr>
              <a:xfrm>
                <a:off x="2583138" y="2031307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0" name="立方体 649">
                <a:extLst>
                  <a:ext uri="{FF2B5EF4-FFF2-40B4-BE49-F238E27FC236}">
                    <a16:creationId xmlns:a16="http://schemas.microsoft.com/office/drawing/2014/main" id="{B82F3EBD-3E73-F1F3-6A02-36DB176B3E5B}"/>
                  </a:ext>
                </a:extLst>
              </p:cNvPr>
              <p:cNvSpPr/>
              <p:nvPr/>
            </p:nvSpPr>
            <p:spPr>
              <a:xfrm>
                <a:off x="2537996" y="2077345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1" name="立方体 650">
                <a:extLst>
                  <a:ext uri="{FF2B5EF4-FFF2-40B4-BE49-F238E27FC236}">
                    <a16:creationId xmlns:a16="http://schemas.microsoft.com/office/drawing/2014/main" id="{F176AA26-6FAC-46B8-0AA1-2965F1DA0675}"/>
                  </a:ext>
                </a:extLst>
              </p:cNvPr>
              <p:cNvSpPr/>
              <p:nvPr/>
            </p:nvSpPr>
            <p:spPr>
              <a:xfrm>
                <a:off x="2492854" y="2123383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2" name="立方体 651">
                <a:extLst>
                  <a:ext uri="{FF2B5EF4-FFF2-40B4-BE49-F238E27FC236}">
                    <a16:creationId xmlns:a16="http://schemas.microsoft.com/office/drawing/2014/main" id="{CF67BD5D-8C62-B042-C49B-29F59896A246}"/>
                  </a:ext>
                </a:extLst>
              </p:cNvPr>
              <p:cNvSpPr/>
              <p:nvPr/>
            </p:nvSpPr>
            <p:spPr>
              <a:xfrm>
                <a:off x="2446274" y="2169421"/>
                <a:ext cx="208655" cy="202518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3" name="立方体 652">
                <a:extLst>
                  <a:ext uri="{FF2B5EF4-FFF2-40B4-BE49-F238E27FC236}">
                    <a16:creationId xmlns:a16="http://schemas.microsoft.com/office/drawing/2014/main" id="{30F75AF0-81D4-6AED-49AC-D3B74C1FF5A2}"/>
                  </a:ext>
                </a:extLst>
              </p:cNvPr>
              <p:cNvSpPr/>
              <p:nvPr/>
            </p:nvSpPr>
            <p:spPr>
              <a:xfrm>
                <a:off x="2585768" y="1874827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4" name="立方体 653">
                <a:extLst>
                  <a:ext uri="{FF2B5EF4-FFF2-40B4-BE49-F238E27FC236}">
                    <a16:creationId xmlns:a16="http://schemas.microsoft.com/office/drawing/2014/main" id="{BE8D7EE1-C16A-FFF8-CBEA-109A6308198F}"/>
                  </a:ext>
                </a:extLst>
              </p:cNvPr>
              <p:cNvSpPr/>
              <p:nvPr/>
            </p:nvSpPr>
            <p:spPr>
              <a:xfrm>
                <a:off x="2540626" y="192086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5" name="立方体 654">
                <a:extLst>
                  <a:ext uri="{FF2B5EF4-FFF2-40B4-BE49-F238E27FC236}">
                    <a16:creationId xmlns:a16="http://schemas.microsoft.com/office/drawing/2014/main" id="{FD69A35B-1013-30C4-272D-72E1237CC421}"/>
                  </a:ext>
                </a:extLst>
              </p:cNvPr>
              <p:cNvSpPr/>
              <p:nvPr/>
            </p:nvSpPr>
            <p:spPr>
              <a:xfrm>
                <a:off x="2495484" y="196690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6" name="立方体 655">
                <a:extLst>
                  <a:ext uri="{FF2B5EF4-FFF2-40B4-BE49-F238E27FC236}">
                    <a16:creationId xmlns:a16="http://schemas.microsoft.com/office/drawing/2014/main" id="{3B757879-A14D-7388-0ECF-1D0800B29D2A}"/>
                  </a:ext>
                </a:extLst>
              </p:cNvPr>
              <p:cNvSpPr/>
              <p:nvPr/>
            </p:nvSpPr>
            <p:spPr>
              <a:xfrm>
                <a:off x="2451061" y="201294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7" name="立方体 656">
                <a:extLst>
                  <a:ext uri="{FF2B5EF4-FFF2-40B4-BE49-F238E27FC236}">
                    <a16:creationId xmlns:a16="http://schemas.microsoft.com/office/drawing/2014/main" id="{BFD86582-7106-29D7-E00B-FF392AB87AF0}"/>
                  </a:ext>
                </a:extLst>
              </p:cNvPr>
              <p:cNvSpPr/>
              <p:nvPr/>
            </p:nvSpPr>
            <p:spPr>
              <a:xfrm>
                <a:off x="2097238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8" name="立方体 657">
                <a:extLst>
                  <a:ext uri="{FF2B5EF4-FFF2-40B4-BE49-F238E27FC236}">
                    <a16:creationId xmlns:a16="http://schemas.microsoft.com/office/drawing/2014/main" id="{29A4C721-CB1D-9097-B110-6403BCBDD3AF}"/>
                  </a:ext>
                </a:extLst>
              </p:cNvPr>
              <p:cNvSpPr/>
              <p:nvPr/>
            </p:nvSpPr>
            <p:spPr>
              <a:xfrm>
                <a:off x="2260751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9" name="立方体 658">
                <a:extLst>
                  <a:ext uri="{FF2B5EF4-FFF2-40B4-BE49-F238E27FC236}">
                    <a16:creationId xmlns:a16="http://schemas.microsoft.com/office/drawing/2014/main" id="{7A134E15-C403-86AD-272E-532E9471FC28}"/>
                  </a:ext>
                </a:extLst>
              </p:cNvPr>
              <p:cNvSpPr/>
              <p:nvPr/>
            </p:nvSpPr>
            <p:spPr>
              <a:xfrm>
                <a:off x="2424264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0" name="立方体 659">
                <a:extLst>
                  <a:ext uri="{FF2B5EF4-FFF2-40B4-BE49-F238E27FC236}">
                    <a16:creationId xmlns:a16="http://schemas.microsoft.com/office/drawing/2014/main" id="{9C069FCB-4617-1D18-66FD-4CAA4B2A3B1B}"/>
                  </a:ext>
                </a:extLst>
              </p:cNvPr>
              <p:cNvSpPr/>
              <p:nvPr/>
            </p:nvSpPr>
            <p:spPr>
              <a:xfrm>
                <a:off x="2052096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1" name="立方体 660">
                <a:extLst>
                  <a:ext uri="{FF2B5EF4-FFF2-40B4-BE49-F238E27FC236}">
                    <a16:creationId xmlns:a16="http://schemas.microsoft.com/office/drawing/2014/main" id="{37A4841C-08D1-1CD2-B6CA-08AFA2D239CF}"/>
                  </a:ext>
                </a:extLst>
              </p:cNvPr>
              <p:cNvSpPr/>
              <p:nvPr/>
            </p:nvSpPr>
            <p:spPr>
              <a:xfrm>
                <a:off x="2215609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2" name="立方体 661">
                <a:extLst>
                  <a:ext uri="{FF2B5EF4-FFF2-40B4-BE49-F238E27FC236}">
                    <a16:creationId xmlns:a16="http://schemas.microsoft.com/office/drawing/2014/main" id="{9645C49B-FFEA-DFC2-A24D-12602A4D4767}"/>
                  </a:ext>
                </a:extLst>
              </p:cNvPr>
              <p:cNvSpPr/>
              <p:nvPr/>
            </p:nvSpPr>
            <p:spPr>
              <a:xfrm>
                <a:off x="2379122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3" name="立方体 662">
                <a:extLst>
                  <a:ext uri="{FF2B5EF4-FFF2-40B4-BE49-F238E27FC236}">
                    <a16:creationId xmlns:a16="http://schemas.microsoft.com/office/drawing/2014/main" id="{E419DE63-778D-830F-0813-A00F8A9AE655}"/>
                  </a:ext>
                </a:extLst>
              </p:cNvPr>
              <p:cNvSpPr/>
              <p:nvPr/>
            </p:nvSpPr>
            <p:spPr>
              <a:xfrm>
                <a:off x="2006954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立方体 663">
                <a:extLst>
                  <a:ext uri="{FF2B5EF4-FFF2-40B4-BE49-F238E27FC236}">
                    <a16:creationId xmlns:a16="http://schemas.microsoft.com/office/drawing/2014/main" id="{8B459DD9-0D1F-8BE6-89E2-A01BDCB992CB}"/>
                  </a:ext>
                </a:extLst>
              </p:cNvPr>
              <p:cNvSpPr/>
              <p:nvPr/>
            </p:nvSpPr>
            <p:spPr>
              <a:xfrm>
                <a:off x="2170467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5" name="立方体 664">
                <a:extLst>
                  <a:ext uri="{FF2B5EF4-FFF2-40B4-BE49-F238E27FC236}">
                    <a16:creationId xmlns:a16="http://schemas.microsoft.com/office/drawing/2014/main" id="{5414670B-AC01-AA48-BAD3-9CFBF66E7597}"/>
                  </a:ext>
                </a:extLst>
              </p:cNvPr>
              <p:cNvSpPr/>
              <p:nvPr/>
            </p:nvSpPr>
            <p:spPr>
              <a:xfrm>
                <a:off x="2333980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立方体 665">
                <a:extLst>
                  <a:ext uri="{FF2B5EF4-FFF2-40B4-BE49-F238E27FC236}">
                    <a16:creationId xmlns:a16="http://schemas.microsoft.com/office/drawing/2014/main" id="{AEAC6D64-2447-1F77-4BC0-930D83C81CE8}"/>
                  </a:ext>
                </a:extLst>
              </p:cNvPr>
              <p:cNvSpPr/>
              <p:nvPr/>
            </p:nvSpPr>
            <p:spPr>
              <a:xfrm>
                <a:off x="1962531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7" name="立方体 666">
                <a:extLst>
                  <a:ext uri="{FF2B5EF4-FFF2-40B4-BE49-F238E27FC236}">
                    <a16:creationId xmlns:a16="http://schemas.microsoft.com/office/drawing/2014/main" id="{A607D0E5-E89B-FF80-34D8-C4BCB4C25A45}"/>
                  </a:ext>
                </a:extLst>
              </p:cNvPr>
              <p:cNvSpPr/>
              <p:nvPr/>
            </p:nvSpPr>
            <p:spPr>
              <a:xfrm>
                <a:off x="2126044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立方体 667">
                <a:extLst>
                  <a:ext uri="{FF2B5EF4-FFF2-40B4-BE49-F238E27FC236}">
                    <a16:creationId xmlns:a16="http://schemas.microsoft.com/office/drawing/2014/main" id="{118FC469-13F2-BFFF-81DC-40ACF54C81B7}"/>
                  </a:ext>
                </a:extLst>
              </p:cNvPr>
              <p:cNvSpPr/>
              <p:nvPr/>
            </p:nvSpPr>
            <p:spPr>
              <a:xfrm>
                <a:off x="2289557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立方体 668">
                <a:extLst>
                  <a:ext uri="{FF2B5EF4-FFF2-40B4-BE49-F238E27FC236}">
                    <a16:creationId xmlns:a16="http://schemas.microsoft.com/office/drawing/2014/main" id="{6F5962B2-4704-FE4E-CA42-D6F98B9ED016}"/>
                  </a:ext>
                </a:extLst>
              </p:cNvPr>
              <p:cNvSpPr/>
              <p:nvPr/>
            </p:nvSpPr>
            <p:spPr>
              <a:xfrm>
                <a:off x="2585620" y="1720258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0" name="立方体 669">
                <a:extLst>
                  <a:ext uri="{FF2B5EF4-FFF2-40B4-BE49-F238E27FC236}">
                    <a16:creationId xmlns:a16="http://schemas.microsoft.com/office/drawing/2014/main" id="{B146257A-9F70-6E90-9119-0C6556E3D410}"/>
                  </a:ext>
                </a:extLst>
              </p:cNvPr>
              <p:cNvSpPr/>
              <p:nvPr/>
            </p:nvSpPr>
            <p:spPr>
              <a:xfrm>
                <a:off x="2540478" y="1766296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1" name="立方体 670">
                <a:extLst>
                  <a:ext uri="{FF2B5EF4-FFF2-40B4-BE49-F238E27FC236}">
                    <a16:creationId xmlns:a16="http://schemas.microsoft.com/office/drawing/2014/main" id="{BDC65059-D761-F677-1524-510B2AADDD37}"/>
                  </a:ext>
                </a:extLst>
              </p:cNvPr>
              <p:cNvSpPr/>
              <p:nvPr/>
            </p:nvSpPr>
            <p:spPr>
              <a:xfrm>
                <a:off x="2495336" y="1812334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2" name="立方体 671">
                <a:extLst>
                  <a:ext uri="{FF2B5EF4-FFF2-40B4-BE49-F238E27FC236}">
                    <a16:creationId xmlns:a16="http://schemas.microsoft.com/office/drawing/2014/main" id="{36899AE1-F6C4-7BC3-4E4F-032D6D099A3C}"/>
                  </a:ext>
                </a:extLst>
              </p:cNvPr>
              <p:cNvSpPr/>
              <p:nvPr/>
            </p:nvSpPr>
            <p:spPr>
              <a:xfrm>
                <a:off x="2450913" y="1858372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3" name="立方体 672">
                <a:extLst>
                  <a:ext uri="{FF2B5EF4-FFF2-40B4-BE49-F238E27FC236}">
                    <a16:creationId xmlns:a16="http://schemas.microsoft.com/office/drawing/2014/main" id="{3467F447-D488-0622-8F7B-32FD91BEDCCA}"/>
                  </a:ext>
                </a:extLst>
              </p:cNvPr>
              <p:cNvSpPr/>
              <p:nvPr/>
            </p:nvSpPr>
            <p:spPr>
              <a:xfrm>
                <a:off x="2744791" y="2178604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4" name="立方体 673">
                <a:extLst>
                  <a:ext uri="{FF2B5EF4-FFF2-40B4-BE49-F238E27FC236}">
                    <a16:creationId xmlns:a16="http://schemas.microsoft.com/office/drawing/2014/main" id="{7A418545-B934-46DB-FCA1-19C72ACCEF49}"/>
                  </a:ext>
                </a:extLst>
              </p:cNvPr>
              <p:cNvSpPr/>
              <p:nvPr/>
            </p:nvSpPr>
            <p:spPr>
              <a:xfrm>
                <a:off x="2699649" y="2224642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5" name="立方体 674">
                <a:extLst>
                  <a:ext uri="{FF2B5EF4-FFF2-40B4-BE49-F238E27FC236}">
                    <a16:creationId xmlns:a16="http://schemas.microsoft.com/office/drawing/2014/main" id="{9F78D78C-AD5C-442A-EE5A-96D757135609}"/>
                  </a:ext>
                </a:extLst>
              </p:cNvPr>
              <p:cNvSpPr/>
              <p:nvPr/>
            </p:nvSpPr>
            <p:spPr>
              <a:xfrm>
                <a:off x="2654507" y="2270680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6" name="立方体 675">
                <a:extLst>
                  <a:ext uri="{FF2B5EF4-FFF2-40B4-BE49-F238E27FC236}">
                    <a16:creationId xmlns:a16="http://schemas.microsoft.com/office/drawing/2014/main" id="{C6BF4973-B21A-C523-6C52-37314FEF4DEB}"/>
                  </a:ext>
                </a:extLst>
              </p:cNvPr>
              <p:cNvSpPr/>
              <p:nvPr/>
            </p:nvSpPr>
            <p:spPr>
              <a:xfrm>
                <a:off x="2610084" y="2316718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7" name="立方体 676">
                <a:extLst>
                  <a:ext uri="{FF2B5EF4-FFF2-40B4-BE49-F238E27FC236}">
                    <a16:creationId xmlns:a16="http://schemas.microsoft.com/office/drawing/2014/main" id="{52461A13-7656-BD1E-D342-54A0B72B9BCB}"/>
                  </a:ext>
                </a:extLst>
              </p:cNvPr>
              <p:cNvSpPr/>
              <p:nvPr/>
            </p:nvSpPr>
            <p:spPr>
              <a:xfrm>
                <a:off x="2746557" y="2024035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8" name="立方体 677">
                <a:extLst>
                  <a:ext uri="{FF2B5EF4-FFF2-40B4-BE49-F238E27FC236}">
                    <a16:creationId xmlns:a16="http://schemas.microsoft.com/office/drawing/2014/main" id="{BD3E44FC-9682-575A-8850-268B6B40501A}"/>
                  </a:ext>
                </a:extLst>
              </p:cNvPr>
              <p:cNvSpPr/>
              <p:nvPr/>
            </p:nvSpPr>
            <p:spPr>
              <a:xfrm>
                <a:off x="2701415" y="2070073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9" name="立方体 678">
                <a:extLst>
                  <a:ext uri="{FF2B5EF4-FFF2-40B4-BE49-F238E27FC236}">
                    <a16:creationId xmlns:a16="http://schemas.microsoft.com/office/drawing/2014/main" id="{DD321ADE-00DE-D3C0-1889-402CF9288689}"/>
                  </a:ext>
                </a:extLst>
              </p:cNvPr>
              <p:cNvSpPr/>
              <p:nvPr/>
            </p:nvSpPr>
            <p:spPr>
              <a:xfrm>
                <a:off x="2656273" y="2116111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0" name="立方体 679">
                <a:extLst>
                  <a:ext uri="{FF2B5EF4-FFF2-40B4-BE49-F238E27FC236}">
                    <a16:creationId xmlns:a16="http://schemas.microsoft.com/office/drawing/2014/main" id="{DBD68F16-4110-F2FA-16E9-A204E7519497}"/>
                  </a:ext>
                </a:extLst>
              </p:cNvPr>
              <p:cNvSpPr/>
              <p:nvPr/>
            </p:nvSpPr>
            <p:spPr>
              <a:xfrm>
                <a:off x="2611850" y="2162149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1" name="立方体 680">
                <a:extLst>
                  <a:ext uri="{FF2B5EF4-FFF2-40B4-BE49-F238E27FC236}">
                    <a16:creationId xmlns:a16="http://schemas.microsoft.com/office/drawing/2014/main" id="{E128B40C-75DE-89B8-8A9C-20C15D16F3C7}"/>
                  </a:ext>
                </a:extLst>
              </p:cNvPr>
              <p:cNvSpPr/>
              <p:nvPr/>
            </p:nvSpPr>
            <p:spPr>
              <a:xfrm>
                <a:off x="2745290" y="1871754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2" name="立方体 681">
                <a:extLst>
                  <a:ext uri="{FF2B5EF4-FFF2-40B4-BE49-F238E27FC236}">
                    <a16:creationId xmlns:a16="http://schemas.microsoft.com/office/drawing/2014/main" id="{150D59B6-107A-12C2-1ABD-DE9B5EF445A0}"/>
                  </a:ext>
                </a:extLst>
              </p:cNvPr>
              <p:cNvSpPr/>
              <p:nvPr/>
            </p:nvSpPr>
            <p:spPr>
              <a:xfrm>
                <a:off x="2700148" y="191779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3" name="立方体 682">
                <a:extLst>
                  <a:ext uri="{FF2B5EF4-FFF2-40B4-BE49-F238E27FC236}">
                    <a16:creationId xmlns:a16="http://schemas.microsoft.com/office/drawing/2014/main" id="{6D851C70-D6C5-708F-AA9B-52C706D701E1}"/>
                  </a:ext>
                </a:extLst>
              </p:cNvPr>
              <p:cNvSpPr/>
              <p:nvPr/>
            </p:nvSpPr>
            <p:spPr>
              <a:xfrm>
                <a:off x="2655006" y="1963830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4" name="立方体 683">
                <a:extLst>
                  <a:ext uri="{FF2B5EF4-FFF2-40B4-BE49-F238E27FC236}">
                    <a16:creationId xmlns:a16="http://schemas.microsoft.com/office/drawing/2014/main" id="{47CF1A0A-2754-08C9-AA88-045B9A573D42}"/>
                  </a:ext>
                </a:extLst>
              </p:cNvPr>
              <p:cNvSpPr/>
              <p:nvPr/>
            </p:nvSpPr>
            <p:spPr>
              <a:xfrm>
                <a:off x="2610583" y="2009868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5" name="立方体 684">
                <a:extLst>
                  <a:ext uri="{FF2B5EF4-FFF2-40B4-BE49-F238E27FC236}">
                    <a16:creationId xmlns:a16="http://schemas.microsoft.com/office/drawing/2014/main" id="{68C1CA09-FD8C-1E74-F4AC-AB8893D32681}"/>
                  </a:ext>
                </a:extLst>
              </p:cNvPr>
              <p:cNvSpPr/>
              <p:nvPr/>
            </p:nvSpPr>
            <p:spPr>
              <a:xfrm>
                <a:off x="2747056" y="1717185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6" name="立方体 685">
                <a:extLst>
                  <a:ext uri="{FF2B5EF4-FFF2-40B4-BE49-F238E27FC236}">
                    <a16:creationId xmlns:a16="http://schemas.microsoft.com/office/drawing/2014/main" id="{808C4DF1-B78A-AEDD-C79C-CEB68027124A}"/>
                  </a:ext>
                </a:extLst>
              </p:cNvPr>
              <p:cNvSpPr/>
              <p:nvPr/>
            </p:nvSpPr>
            <p:spPr>
              <a:xfrm>
                <a:off x="2701914" y="176322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7" name="立方体 686">
                <a:extLst>
                  <a:ext uri="{FF2B5EF4-FFF2-40B4-BE49-F238E27FC236}">
                    <a16:creationId xmlns:a16="http://schemas.microsoft.com/office/drawing/2014/main" id="{0A89A8F2-E662-E9CD-71BF-99891184A02A}"/>
                  </a:ext>
                </a:extLst>
              </p:cNvPr>
              <p:cNvSpPr/>
              <p:nvPr/>
            </p:nvSpPr>
            <p:spPr>
              <a:xfrm>
                <a:off x="2656772" y="1809261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8" name="立方体 687">
                <a:extLst>
                  <a:ext uri="{FF2B5EF4-FFF2-40B4-BE49-F238E27FC236}">
                    <a16:creationId xmlns:a16="http://schemas.microsoft.com/office/drawing/2014/main" id="{1B3072AD-485D-B855-2270-15E8DD99D7B1}"/>
                  </a:ext>
                </a:extLst>
              </p:cNvPr>
              <p:cNvSpPr/>
              <p:nvPr/>
            </p:nvSpPr>
            <p:spPr>
              <a:xfrm>
                <a:off x="2612349" y="1855299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9" name="立方体 688">
                <a:extLst>
                  <a:ext uri="{FF2B5EF4-FFF2-40B4-BE49-F238E27FC236}">
                    <a16:creationId xmlns:a16="http://schemas.microsoft.com/office/drawing/2014/main" id="{356BB8AD-2CF6-031B-E902-F03C673ADE6D}"/>
                  </a:ext>
                </a:extLst>
              </p:cNvPr>
              <p:cNvSpPr/>
              <p:nvPr/>
            </p:nvSpPr>
            <p:spPr>
              <a:xfrm>
                <a:off x="1907116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0" name="立方体 689">
                <a:extLst>
                  <a:ext uri="{FF2B5EF4-FFF2-40B4-BE49-F238E27FC236}">
                    <a16:creationId xmlns:a16="http://schemas.microsoft.com/office/drawing/2014/main" id="{239BE459-8A0F-66B2-35E4-89F83DA49E80}"/>
                  </a:ext>
                </a:extLst>
              </p:cNvPr>
              <p:cNvSpPr/>
              <p:nvPr/>
            </p:nvSpPr>
            <p:spPr>
              <a:xfrm>
                <a:off x="2070629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1" name="立方体 690">
                <a:extLst>
                  <a:ext uri="{FF2B5EF4-FFF2-40B4-BE49-F238E27FC236}">
                    <a16:creationId xmlns:a16="http://schemas.microsoft.com/office/drawing/2014/main" id="{A37B85F9-E05C-2FA4-8419-CC4A4FA5C1EE}"/>
                  </a:ext>
                </a:extLst>
              </p:cNvPr>
              <p:cNvSpPr/>
              <p:nvPr/>
            </p:nvSpPr>
            <p:spPr>
              <a:xfrm>
                <a:off x="2234142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2" name="立方体 691">
                <a:extLst>
                  <a:ext uri="{FF2B5EF4-FFF2-40B4-BE49-F238E27FC236}">
                    <a16:creationId xmlns:a16="http://schemas.microsoft.com/office/drawing/2014/main" id="{601CD574-CD5B-3672-2F19-537A768C6861}"/>
                  </a:ext>
                </a:extLst>
              </p:cNvPr>
              <p:cNvSpPr/>
              <p:nvPr/>
            </p:nvSpPr>
            <p:spPr>
              <a:xfrm>
                <a:off x="1907835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3" name="立方体 692">
                <a:extLst>
                  <a:ext uri="{FF2B5EF4-FFF2-40B4-BE49-F238E27FC236}">
                    <a16:creationId xmlns:a16="http://schemas.microsoft.com/office/drawing/2014/main" id="{546CF81F-0B53-D495-60B1-DA20E478576C}"/>
                  </a:ext>
                </a:extLst>
              </p:cNvPr>
              <p:cNvSpPr/>
              <p:nvPr/>
            </p:nvSpPr>
            <p:spPr>
              <a:xfrm>
                <a:off x="2071348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4" name="立方体 693">
                <a:extLst>
                  <a:ext uri="{FF2B5EF4-FFF2-40B4-BE49-F238E27FC236}">
                    <a16:creationId xmlns:a16="http://schemas.microsoft.com/office/drawing/2014/main" id="{5BC98F4D-F1D2-35FD-DB96-6AA19E6290DC}"/>
                  </a:ext>
                </a:extLst>
              </p:cNvPr>
              <p:cNvSpPr/>
              <p:nvPr/>
            </p:nvSpPr>
            <p:spPr>
              <a:xfrm>
                <a:off x="2234861" y="2212778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5" name="立方体 694">
                <a:extLst>
                  <a:ext uri="{FF2B5EF4-FFF2-40B4-BE49-F238E27FC236}">
                    <a16:creationId xmlns:a16="http://schemas.microsoft.com/office/drawing/2014/main" id="{9B8BDED1-851E-A203-AB11-E44B17B9EB6D}"/>
                  </a:ext>
                </a:extLst>
              </p:cNvPr>
              <p:cNvSpPr/>
              <p:nvPr/>
            </p:nvSpPr>
            <p:spPr>
              <a:xfrm>
                <a:off x="1907835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6" name="立方体 695">
                <a:extLst>
                  <a:ext uri="{FF2B5EF4-FFF2-40B4-BE49-F238E27FC236}">
                    <a16:creationId xmlns:a16="http://schemas.microsoft.com/office/drawing/2014/main" id="{46A84F5B-EFAB-AC5C-2049-B0BBAF0558CC}"/>
                  </a:ext>
                </a:extLst>
              </p:cNvPr>
              <p:cNvSpPr/>
              <p:nvPr/>
            </p:nvSpPr>
            <p:spPr>
              <a:xfrm>
                <a:off x="2071348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7" name="立方体 696">
                <a:extLst>
                  <a:ext uri="{FF2B5EF4-FFF2-40B4-BE49-F238E27FC236}">
                    <a16:creationId xmlns:a16="http://schemas.microsoft.com/office/drawing/2014/main" id="{FC751B2C-E24A-4507-CCBC-302AB75F4A95}"/>
                  </a:ext>
                </a:extLst>
              </p:cNvPr>
              <p:cNvSpPr/>
              <p:nvPr/>
            </p:nvSpPr>
            <p:spPr>
              <a:xfrm>
                <a:off x="2234861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8" name="立方体 697">
                <a:extLst>
                  <a:ext uri="{FF2B5EF4-FFF2-40B4-BE49-F238E27FC236}">
                    <a16:creationId xmlns:a16="http://schemas.microsoft.com/office/drawing/2014/main" id="{5AA1E07D-17FF-F2A2-C115-1FCA2492B555}"/>
                  </a:ext>
                </a:extLst>
              </p:cNvPr>
              <p:cNvSpPr/>
              <p:nvPr/>
            </p:nvSpPr>
            <p:spPr>
              <a:xfrm>
                <a:off x="2391153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9" name="立方体 698">
                <a:extLst>
                  <a:ext uri="{FF2B5EF4-FFF2-40B4-BE49-F238E27FC236}">
                    <a16:creationId xmlns:a16="http://schemas.microsoft.com/office/drawing/2014/main" id="{ABFC2176-D16B-1A41-3F7A-4C764CEB93CE}"/>
                  </a:ext>
                </a:extLst>
              </p:cNvPr>
              <p:cNvSpPr/>
              <p:nvPr/>
            </p:nvSpPr>
            <p:spPr>
              <a:xfrm>
                <a:off x="2391430" y="2224642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0" name="立方体 699">
                <a:extLst>
                  <a:ext uri="{FF2B5EF4-FFF2-40B4-BE49-F238E27FC236}">
                    <a16:creationId xmlns:a16="http://schemas.microsoft.com/office/drawing/2014/main" id="{8D9F9323-88C3-BA49-3785-319058B1173D}"/>
                  </a:ext>
                </a:extLst>
              </p:cNvPr>
              <p:cNvSpPr/>
              <p:nvPr/>
            </p:nvSpPr>
            <p:spPr>
              <a:xfrm>
                <a:off x="2396217" y="2068162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1" name="立方体 700">
                <a:extLst>
                  <a:ext uri="{FF2B5EF4-FFF2-40B4-BE49-F238E27FC236}">
                    <a16:creationId xmlns:a16="http://schemas.microsoft.com/office/drawing/2014/main" id="{45C2E272-A5D6-C0CE-06A4-F1962C2C2BF4}"/>
                  </a:ext>
                </a:extLst>
              </p:cNvPr>
              <p:cNvSpPr/>
              <p:nvPr/>
            </p:nvSpPr>
            <p:spPr>
              <a:xfrm>
                <a:off x="1907687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2" name="立方体 701">
                <a:extLst>
                  <a:ext uri="{FF2B5EF4-FFF2-40B4-BE49-F238E27FC236}">
                    <a16:creationId xmlns:a16="http://schemas.microsoft.com/office/drawing/2014/main" id="{9FA5E99B-D7BC-8023-D856-ECA5A8A0F1A3}"/>
                  </a:ext>
                </a:extLst>
              </p:cNvPr>
              <p:cNvSpPr/>
              <p:nvPr/>
            </p:nvSpPr>
            <p:spPr>
              <a:xfrm>
                <a:off x="2071200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3" name="立方体 702">
                <a:extLst>
                  <a:ext uri="{FF2B5EF4-FFF2-40B4-BE49-F238E27FC236}">
                    <a16:creationId xmlns:a16="http://schemas.microsoft.com/office/drawing/2014/main" id="{E105A180-C16B-F4B2-C8B7-1E7F93A60F56}"/>
                  </a:ext>
                </a:extLst>
              </p:cNvPr>
              <p:cNvSpPr/>
              <p:nvPr/>
            </p:nvSpPr>
            <p:spPr>
              <a:xfrm>
                <a:off x="2234713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4" name="立方体 703">
                <a:extLst>
                  <a:ext uri="{FF2B5EF4-FFF2-40B4-BE49-F238E27FC236}">
                    <a16:creationId xmlns:a16="http://schemas.microsoft.com/office/drawing/2014/main" id="{15735C5B-5FD0-15EC-632A-849A5E827564}"/>
                  </a:ext>
                </a:extLst>
              </p:cNvPr>
              <p:cNvSpPr/>
              <p:nvPr/>
            </p:nvSpPr>
            <p:spPr>
              <a:xfrm>
                <a:off x="2396069" y="1913593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5" name="立方体 704">
                <a:extLst>
                  <a:ext uri="{FF2B5EF4-FFF2-40B4-BE49-F238E27FC236}">
                    <a16:creationId xmlns:a16="http://schemas.microsoft.com/office/drawing/2014/main" id="{CC4F90F3-005F-B125-D9BA-C0B9C5B1F940}"/>
                  </a:ext>
                </a:extLst>
              </p:cNvPr>
              <p:cNvSpPr/>
              <p:nvPr/>
            </p:nvSpPr>
            <p:spPr>
              <a:xfrm>
                <a:off x="2555240" y="2371939"/>
                <a:ext cx="208655" cy="202518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6" name="立方体 705">
                <a:extLst>
                  <a:ext uri="{FF2B5EF4-FFF2-40B4-BE49-F238E27FC236}">
                    <a16:creationId xmlns:a16="http://schemas.microsoft.com/office/drawing/2014/main" id="{E7720210-3417-5B96-2A02-86F82A3B2EAB}"/>
                  </a:ext>
                </a:extLst>
              </p:cNvPr>
              <p:cNvSpPr/>
              <p:nvPr/>
            </p:nvSpPr>
            <p:spPr>
              <a:xfrm>
                <a:off x="2557006" y="2217370"/>
                <a:ext cx="208655" cy="202518"/>
              </a:xfrm>
              <a:prstGeom prst="cube">
                <a:avLst/>
              </a:prstGeom>
              <a:solidFill>
                <a:srgbClr val="E5E993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7" name="立方体 706">
                <a:extLst>
                  <a:ext uri="{FF2B5EF4-FFF2-40B4-BE49-F238E27FC236}">
                    <a16:creationId xmlns:a16="http://schemas.microsoft.com/office/drawing/2014/main" id="{781C9BCD-8470-25C3-FE22-1582C46DCBD0}"/>
                  </a:ext>
                </a:extLst>
              </p:cNvPr>
              <p:cNvSpPr/>
              <p:nvPr/>
            </p:nvSpPr>
            <p:spPr>
              <a:xfrm>
                <a:off x="2555739" y="2065089"/>
                <a:ext cx="208655" cy="202518"/>
              </a:xfrm>
              <a:prstGeom prst="cube">
                <a:avLst/>
              </a:prstGeom>
              <a:solidFill>
                <a:srgbClr val="D7D31B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8" name="立方体 707">
                <a:extLst>
                  <a:ext uri="{FF2B5EF4-FFF2-40B4-BE49-F238E27FC236}">
                    <a16:creationId xmlns:a16="http://schemas.microsoft.com/office/drawing/2014/main" id="{ECAC2832-F8D9-E373-57C4-F8FB242B1525}"/>
                  </a:ext>
                </a:extLst>
              </p:cNvPr>
              <p:cNvSpPr/>
              <p:nvPr/>
            </p:nvSpPr>
            <p:spPr>
              <a:xfrm>
                <a:off x="2557505" y="1910520"/>
                <a:ext cx="208655" cy="202518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1" name="文本框 710">
                  <a:extLst>
                    <a:ext uri="{FF2B5EF4-FFF2-40B4-BE49-F238E27FC236}">
                      <a16:creationId xmlns:a16="http://schemas.microsoft.com/office/drawing/2014/main" id="{6893D7BD-72C4-BE87-BFE3-02641207D6CE}"/>
                    </a:ext>
                  </a:extLst>
                </p:cNvPr>
                <p:cNvSpPr txBox="1"/>
                <p:nvPr/>
              </p:nvSpPr>
              <p:spPr>
                <a:xfrm>
                  <a:off x="7366390" y="587744"/>
                  <a:ext cx="888898" cy="3688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100" i="1">
                                <a:latin typeface="Cambria Math" panose="02040503050406030204" pitchFamily="18" charset="0"/>
                              </a:rPr>
                              <m:t>𝑔𝑙𝑜𝑏𝑎𝑙</m:t>
                            </m:r>
                          </m:sub>
                        </m:sSub>
                        <m:r>
                          <a:rPr lang="en-US" altLang="zh-CN" sz="11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CN" sz="11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1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sz="1100" i="1">
                            <a:latin typeface="Cambria Math" panose="02040503050406030204" pitchFamily="18" charset="0"/>
                          </a:rPr>
                          <m:t> · </m:t>
                        </m:r>
                        <m:r>
                          <a:rPr lang="en-US" altLang="zh-CN" sz="1100" i="1">
                            <a:latin typeface="Cambria Math" panose="02040503050406030204" pitchFamily="18" charset="0"/>
                          </a:rPr>
                          <m:t>𝑆𝑆</m:t>
                        </m:r>
                        <m:sSub>
                          <m:sSubPr>
                            <m:ctrlPr>
                              <a:rPr lang="en-US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1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1100" i="1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oMath>
                    </m:oMathPara>
                  </a14:m>
                  <a:endParaRPr lang="zh-CN" altLang="en-US" sz="11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11" name="文本框 710">
                  <a:extLst>
                    <a:ext uri="{FF2B5EF4-FFF2-40B4-BE49-F238E27FC236}">
                      <a16:creationId xmlns:a16="http://schemas.microsoft.com/office/drawing/2014/main" id="{6893D7BD-72C4-BE87-BFE3-02641207D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390" y="587744"/>
                  <a:ext cx="888898" cy="368884"/>
                </a:xfrm>
                <a:prstGeom prst="rect">
                  <a:avLst/>
                </a:prstGeom>
                <a:blipFill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4" name="直接箭头连接符 713">
              <a:extLst>
                <a:ext uri="{FF2B5EF4-FFF2-40B4-BE49-F238E27FC236}">
                  <a16:creationId xmlns:a16="http://schemas.microsoft.com/office/drawing/2014/main" id="{38AE3658-EF36-CDD8-854D-8F00BA7A762B}"/>
                </a:ext>
              </a:extLst>
            </p:cNvPr>
            <p:cNvCxnSpPr>
              <a:cxnSpLocks/>
              <a:stCxn id="92" idx="5"/>
            </p:cNvCxnSpPr>
            <p:nvPr/>
          </p:nvCxnSpPr>
          <p:spPr>
            <a:xfrm flipV="1">
              <a:off x="1832958" y="2007265"/>
              <a:ext cx="623350" cy="50395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直接箭头连接符 716">
              <a:extLst>
                <a:ext uri="{FF2B5EF4-FFF2-40B4-BE49-F238E27FC236}">
                  <a16:creationId xmlns:a16="http://schemas.microsoft.com/office/drawing/2014/main" id="{ADDDDBD3-923F-F878-8F4C-5B3565C2AF9E}"/>
                </a:ext>
              </a:extLst>
            </p:cNvPr>
            <p:cNvCxnSpPr>
              <a:cxnSpLocks/>
              <a:stCxn id="92" idx="5"/>
            </p:cNvCxnSpPr>
            <p:nvPr/>
          </p:nvCxnSpPr>
          <p:spPr>
            <a:xfrm>
              <a:off x="1832958" y="2511217"/>
              <a:ext cx="582864" cy="5821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2" name="文本框 721">
              <a:extLst>
                <a:ext uri="{FF2B5EF4-FFF2-40B4-BE49-F238E27FC236}">
                  <a16:creationId xmlns:a16="http://schemas.microsoft.com/office/drawing/2014/main" id="{56BDC292-FB75-DBE6-304A-E3ABEB1B6294}"/>
                </a:ext>
              </a:extLst>
            </p:cNvPr>
            <p:cNvSpPr txBox="1"/>
            <p:nvPr/>
          </p:nvSpPr>
          <p:spPr>
            <a:xfrm>
              <a:off x="1322600" y="1916335"/>
              <a:ext cx="848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4" name="文本框 723">
              <a:extLst>
                <a:ext uri="{FF2B5EF4-FFF2-40B4-BE49-F238E27FC236}">
                  <a16:creationId xmlns:a16="http://schemas.microsoft.com/office/drawing/2014/main" id="{9FC7D22F-2614-D01F-D306-D5F39AA052F1}"/>
                </a:ext>
              </a:extLst>
            </p:cNvPr>
            <p:cNvSpPr txBox="1"/>
            <p:nvPr/>
          </p:nvSpPr>
          <p:spPr>
            <a:xfrm>
              <a:off x="6232665" y="691542"/>
              <a:ext cx="8820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Router</a:t>
              </a:r>
              <a:endParaRPr lang="zh-CN" alt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5" name="文本框 724">
              <a:extLst>
                <a:ext uri="{FF2B5EF4-FFF2-40B4-BE49-F238E27FC236}">
                  <a16:creationId xmlns:a16="http://schemas.microsoft.com/office/drawing/2014/main" id="{35E9A276-7ACF-0B4C-A446-C65E18D31F6B}"/>
                </a:ext>
              </a:extLst>
            </p:cNvPr>
            <p:cNvSpPr txBox="1"/>
            <p:nvPr/>
          </p:nvSpPr>
          <p:spPr>
            <a:xfrm>
              <a:off x="6109769" y="1021823"/>
              <a:ext cx="10003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zh-CN" dirty="0"/>
                <a:t>SuperToken</a:t>
              </a:r>
              <a:endParaRPr lang="zh-CN" altLang="en-US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F856C73-DF0D-9A0C-3932-C60810E09B8A}"/>
                </a:ext>
              </a:extLst>
            </p:cNvPr>
            <p:cNvSpPr txBox="1"/>
            <p:nvPr/>
          </p:nvSpPr>
          <p:spPr>
            <a:xfrm>
              <a:off x="6014893" y="1543773"/>
              <a:ext cx="9527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Region-level </a:t>
              </a:r>
              <a:endParaRPr lang="en-US" altLang="zh-CN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zh-CN" sz="1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Selective Scan</a:t>
              </a:r>
              <a:endParaRPr lang="zh-CN" alt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4" name="文本框 453">
                  <a:extLst>
                    <a:ext uri="{FF2B5EF4-FFF2-40B4-BE49-F238E27FC236}">
                      <a16:creationId xmlns:a16="http://schemas.microsoft.com/office/drawing/2014/main" id="{D77B9B39-432F-1587-DDF6-8D7522061683}"/>
                    </a:ext>
                  </a:extLst>
                </p:cNvPr>
                <p:cNvSpPr txBox="1"/>
                <p:nvPr/>
              </p:nvSpPr>
              <p:spPr>
                <a:xfrm>
                  <a:off x="2570954" y="1053949"/>
                  <a:ext cx="833083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90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zh-CN" altLang="en-US" sz="900" i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9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zh-CN" altLang="en-US" sz="900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sz="900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zh-CN" altLang="en-US" sz="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9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zh-CN" altLang="en-US" sz="9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zh-CN" altLang="en-US" sz="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54" name="文本框 453">
                  <a:extLst>
                    <a:ext uri="{FF2B5EF4-FFF2-40B4-BE49-F238E27FC236}">
                      <a16:creationId xmlns:a16="http://schemas.microsoft.com/office/drawing/2014/main" id="{D77B9B39-432F-1587-DDF6-8D7522061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954" y="1053949"/>
                  <a:ext cx="833083" cy="2308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92056DD5-3061-2EEA-3E11-C15B93376C92}"/>
                    </a:ext>
                  </a:extLst>
                </p:cNvPr>
                <p:cNvSpPr txBox="1"/>
                <p:nvPr/>
              </p:nvSpPr>
              <p:spPr>
                <a:xfrm>
                  <a:off x="2612910" y="656586"/>
                  <a:ext cx="765482" cy="3389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sz="800" i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zh-CN" altLang="en-US" sz="800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sz="800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altLang="zh-CN" sz="800" i="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8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zh-CN" altLang="en-US" sz="800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zh-CN" alt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92056DD5-3061-2EEA-3E11-C15B93376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2910" y="656586"/>
                  <a:ext cx="765482" cy="3389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32E6C449-84F3-CB9F-A7D5-75A63FE5534B}"/>
                    </a:ext>
                  </a:extLst>
                </p:cNvPr>
                <p:cNvSpPr txBox="1"/>
                <p:nvPr/>
              </p:nvSpPr>
              <p:spPr>
                <a:xfrm>
                  <a:off x="2508344" y="2154225"/>
                  <a:ext cx="931602" cy="149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zh-CN" altLang="en-US" sz="900" i="1">
                            <a:latin typeface="Cambria Math" panose="02040503050406030204" pitchFamily="18" charset="0"/>
                          </a:rPr>
                          <m:t>𝑢𝑡</m:t>
                        </m:r>
                        <m:r>
                          <a:rPr lang="en-US" altLang="zh-CN" sz="9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900" i="1">
                            <a:latin typeface="Cambria Math" panose="02040503050406030204" pitchFamily="18" charset="0"/>
                          </a:rPr>
                          <m:t>𝑆𝑆</m:t>
                        </m:r>
                        <m:sSub>
                          <m:sSubPr>
                            <m:ctrlPr>
                              <a:rPr lang="zh-CN" altLang="en-US" sz="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9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zh-CN" altLang="en-US" sz="9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zh-CN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32E6C449-84F3-CB9F-A7D5-75A63FE55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8344" y="2154225"/>
                  <a:ext cx="931602" cy="149721"/>
                </a:xfrm>
                <a:prstGeom prst="rect">
                  <a:avLst/>
                </a:prstGeom>
                <a:blipFill>
                  <a:blip r:embed="rId8"/>
                  <a:stretch>
                    <a:fillRect l="-2614" b="-2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C867A3B-54DF-687A-FB72-5A9B09ED6405}"/>
                    </a:ext>
                  </a:extLst>
                </p:cNvPr>
                <p:cNvSpPr txBox="1"/>
                <p:nvPr/>
              </p:nvSpPr>
              <p:spPr>
                <a:xfrm>
                  <a:off x="2457142" y="1624852"/>
                  <a:ext cx="1026722" cy="2000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7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700" i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f>
                          <m:fPr>
                            <m:type m:val="lin"/>
                            <m:ctrlPr>
                              <a:rPr lang="zh-CN" altLang="en-US" sz="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7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zh-CN" altLang="en-US" sz="7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ctrlPr>
                                  <a:rPr lang="zh-CN" altLang="en-US" sz="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700" i="1">
                                    <a:latin typeface="Cambria Math" panose="02040503050406030204" pitchFamily="18" charset="0"/>
                                  </a:rPr>
                                  <m:t>𝛴</m:t>
                                </m:r>
                                <m:r>
                                  <a:rPr lang="zh-CN" altLang="en-US" sz="7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zh-CN" altLang="en-US" sz="7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7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zh-CN" altLang="en-US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C867A3B-54DF-687A-FB72-5A9B09ED64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7142" y="1624852"/>
                  <a:ext cx="1026722" cy="200055"/>
                </a:xfrm>
                <a:prstGeom prst="rect">
                  <a:avLst/>
                </a:prstGeom>
                <a:blipFill>
                  <a:blip r:embed="rId9"/>
                  <a:stretch>
                    <a:fillRect t="-68750" b="-11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C7B39D18-A503-6D25-8DDF-54FF124057DF}"/>
                </a:ext>
              </a:extLst>
            </p:cNvPr>
            <p:cNvCxnSpPr>
              <a:cxnSpLocks/>
            </p:cNvCxnSpPr>
            <p:nvPr/>
          </p:nvCxnSpPr>
          <p:spPr>
            <a:xfrm>
              <a:off x="6819900" y="3764238"/>
              <a:ext cx="54573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E3BE5ABB-D8BA-BBD8-813C-081350633C74}"/>
                </a:ext>
              </a:extLst>
            </p:cNvPr>
            <p:cNvCxnSpPr/>
            <p:nvPr/>
          </p:nvCxnSpPr>
          <p:spPr>
            <a:xfrm>
              <a:off x="6958861" y="1308692"/>
              <a:ext cx="406774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31" name="组合 730">
              <a:extLst>
                <a:ext uri="{FF2B5EF4-FFF2-40B4-BE49-F238E27FC236}">
                  <a16:creationId xmlns:a16="http://schemas.microsoft.com/office/drawing/2014/main" id="{F0FF4784-C68D-B499-2E83-6AD5720FC2AC}"/>
                </a:ext>
              </a:extLst>
            </p:cNvPr>
            <p:cNvGrpSpPr/>
            <p:nvPr/>
          </p:nvGrpSpPr>
          <p:grpSpPr>
            <a:xfrm>
              <a:off x="8121120" y="2211878"/>
              <a:ext cx="558230" cy="538959"/>
              <a:chOff x="9017570" y="101600"/>
              <a:chExt cx="2585150" cy="2448133"/>
            </a:xfrm>
          </p:grpSpPr>
          <p:sp>
            <p:nvSpPr>
              <p:cNvPr id="106" name="立方体 105">
                <a:extLst>
                  <a:ext uri="{FF2B5EF4-FFF2-40B4-BE49-F238E27FC236}">
                    <a16:creationId xmlns:a16="http://schemas.microsoft.com/office/drawing/2014/main" id="{CD9764D9-4493-5664-DDFD-76C03CF06F73}"/>
                  </a:ext>
                </a:extLst>
              </p:cNvPr>
              <p:cNvSpPr/>
              <p:nvPr/>
            </p:nvSpPr>
            <p:spPr>
              <a:xfrm>
                <a:off x="9483907" y="158942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立方体 106">
                <a:extLst>
                  <a:ext uri="{FF2B5EF4-FFF2-40B4-BE49-F238E27FC236}">
                    <a16:creationId xmlns:a16="http://schemas.microsoft.com/office/drawing/2014/main" id="{BD325DBD-2B6D-2E4D-FB59-ABCBD4BF0ECB}"/>
                  </a:ext>
                </a:extLst>
              </p:cNvPr>
              <p:cNvSpPr/>
              <p:nvPr/>
            </p:nvSpPr>
            <p:spPr>
              <a:xfrm>
                <a:off x="9886184" y="158942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立方体 107">
                <a:extLst>
                  <a:ext uri="{FF2B5EF4-FFF2-40B4-BE49-F238E27FC236}">
                    <a16:creationId xmlns:a16="http://schemas.microsoft.com/office/drawing/2014/main" id="{413536AF-FFB5-0C48-98F8-8D6E608BB845}"/>
                  </a:ext>
                </a:extLst>
              </p:cNvPr>
              <p:cNvSpPr/>
              <p:nvPr/>
            </p:nvSpPr>
            <p:spPr>
              <a:xfrm>
                <a:off x="10288462" y="158942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立方体 108">
                <a:extLst>
                  <a:ext uri="{FF2B5EF4-FFF2-40B4-BE49-F238E27FC236}">
                    <a16:creationId xmlns:a16="http://schemas.microsoft.com/office/drawing/2014/main" id="{7C16F67B-6A2B-AC94-F8DE-57113B15590B}"/>
                  </a:ext>
                </a:extLst>
              </p:cNvPr>
              <p:cNvSpPr/>
              <p:nvPr/>
            </p:nvSpPr>
            <p:spPr>
              <a:xfrm>
                <a:off x="9372848" y="1701114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立方体 109">
                <a:extLst>
                  <a:ext uri="{FF2B5EF4-FFF2-40B4-BE49-F238E27FC236}">
                    <a16:creationId xmlns:a16="http://schemas.microsoft.com/office/drawing/2014/main" id="{7F613441-7070-1FFB-43D5-0B17D85DDE29}"/>
                  </a:ext>
                </a:extLst>
              </p:cNvPr>
              <p:cNvSpPr/>
              <p:nvPr/>
            </p:nvSpPr>
            <p:spPr>
              <a:xfrm>
                <a:off x="9775125" y="1701114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立方体 110">
                <a:extLst>
                  <a:ext uri="{FF2B5EF4-FFF2-40B4-BE49-F238E27FC236}">
                    <a16:creationId xmlns:a16="http://schemas.microsoft.com/office/drawing/2014/main" id="{438292C5-2E06-D302-1D09-6BF297F26953}"/>
                  </a:ext>
                </a:extLst>
              </p:cNvPr>
              <p:cNvSpPr/>
              <p:nvPr/>
            </p:nvSpPr>
            <p:spPr>
              <a:xfrm>
                <a:off x="10177405" y="1701114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立方体 111">
                <a:extLst>
                  <a:ext uri="{FF2B5EF4-FFF2-40B4-BE49-F238E27FC236}">
                    <a16:creationId xmlns:a16="http://schemas.microsoft.com/office/drawing/2014/main" id="{6E6752CF-93CF-0A48-844D-30E5913BD8BC}"/>
                  </a:ext>
                </a:extLst>
              </p:cNvPr>
              <p:cNvSpPr/>
              <p:nvPr/>
            </p:nvSpPr>
            <p:spPr>
              <a:xfrm>
                <a:off x="9261788" y="1812795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立方体 112">
                <a:extLst>
                  <a:ext uri="{FF2B5EF4-FFF2-40B4-BE49-F238E27FC236}">
                    <a16:creationId xmlns:a16="http://schemas.microsoft.com/office/drawing/2014/main" id="{147887BC-A3E9-B10F-3986-3506B6470F9D}"/>
                  </a:ext>
                </a:extLst>
              </p:cNvPr>
              <p:cNvSpPr/>
              <p:nvPr/>
            </p:nvSpPr>
            <p:spPr>
              <a:xfrm>
                <a:off x="9664068" y="1812795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立方体 113">
                <a:extLst>
                  <a:ext uri="{FF2B5EF4-FFF2-40B4-BE49-F238E27FC236}">
                    <a16:creationId xmlns:a16="http://schemas.microsoft.com/office/drawing/2014/main" id="{4CE13177-D7B6-CB2F-5F8C-3EFC2114EA5D}"/>
                  </a:ext>
                </a:extLst>
              </p:cNvPr>
              <p:cNvSpPr/>
              <p:nvPr/>
            </p:nvSpPr>
            <p:spPr>
              <a:xfrm>
                <a:off x="10066346" y="1812795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立方体 114">
                <a:extLst>
                  <a:ext uri="{FF2B5EF4-FFF2-40B4-BE49-F238E27FC236}">
                    <a16:creationId xmlns:a16="http://schemas.microsoft.com/office/drawing/2014/main" id="{C029E789-2705-B216-D39A-1B07E11401DA}"/>
                  </a:ext>
                </a:extLst>
              </p:cNvPr>
              <p:cNvSpPr/>
              <p:nvPr/>
            </p:nvSpPr>
            <p:spPr>
              <a:xfrm>
                <a:off x="9152498" y="192448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立方体 115">
                <a:extLst>
                  <a:ext uri="{FF2B5EF4-FFF2-40B4-BE49-F238E27FC236}">
                    <a16:creationId xmlns:a16="http://schemas.microsoft.com/office/drawing/2014/main" id="{E70A70C9-F9FE-9396-0013-27D9741ECCFF}"/>
                  </a:ext>
                </a:extLst>
              </p:cNvPr>
              <p:cNvSpPr/>
              <p:nvPr/>
            </p:nvSpPr>
            <p:spPr>
              <a:xfrm>
                <a:off x="9554778" y="192448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立方体 116">
                <a:extLst>
                  <a:ext uri="{FF2B5EF4-FFF2-40B4-BE49-F238E27FC236}">
                    <a16:creationId xmlns:a16="http://schemas.microsoft.com/office/drawing/2014/main" id="{7FBD5527-A7C1-8C60-1F37-62A06EBF113E}"/>
                  </a:ext>
                </a:extLst>
              </p:cNvPr>
              <p:cNvSpPr/>
              <p:nvPr/>
            </p:nvSpPr>
            <p:spPr>
              <a:xfrm>
                <a:off x="9957056" y="192448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立方体 117">
                <a:extLst>
                  <a:ext uri="{FF2B5EF4-FFF2-40B4-BE49-F238E27FC236}">
                    <a16:creationId xmlns:a16="http://schemas.microsoft.com/office/drawing/2014/main" id="{B82A5DF5-ED05-F483-C4D2-D5FDC06415CC}"/>
                  </a:ext>
                </a:extLst>
              </p:cNvPr>
              <p:cNvSpPr/>
              <p:nvPr/>
            </p:nvSpPr>
            <p:spPr>
              <a:xfrm>
                <a:off x="10685435" y="158942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立方体 118">
                <a:extLst>
                  <a:ext uri="{FF2B5EF4-FFF2-40B4-BE49-F238E27FC236}">
                    <a16:creationId xmlns:a16="http://schemas.microsoft.com/office/drawing/2014/main" id="{AADEF26B-D956-0AA6-7945-38DDE671BB13}"/>
                  </a:ext>
                </a:extLst>
              </p:cNvPr>
              <p:cNvSpPr/>
              <p:nvPr/>
            </p:nvSpPr>
            <p:spPr>
              <a:xfrm>
                <a:off x="10574376" y="1701114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立方体 119">
                <a:extLst>
                  <a:ext uri="{FF2B5EF4-FFF2-40B4-BE49-F238E27FC236}">
                    <a16:creationId xmlns:a16="http://schemas.microsoft.com/office/drawing/2014/main" id="{F575991C-1B88-F984-5EFE-B7AD8DE49075}"/>
                  </a:ext>
                </a:extLst>
              </p:cNvPr>
              <p:cNvSpPr/>
              <p:nvPr/>
            </p:nvSpPr>
            <p:spPr>
              <a:xfrm>
                <a:off x="10463314" y="1812795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立方体 120">
                <a:extLst>
                  <a:ext uri="{FF2B5EF4-FFF2-40B4-BE49-F238E27FC236}">
                    <a16:creationId xmlns:a16="http://schemas.microsoft.com/office/drawing/2014/main" id="{67173DF7-93DC-7D63-F447-E328C94C10CC}"/>
                  </a:ext>
                </a:extLst>
              </p:cNvPr>
              <p:cNvSpPr/>
              <p:nvPr/>
            </p:nvSpPr>
            <p:spPr>
              <a:xfrm>
                <a:off x="10354024" y="192448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立方体 121">
                <a:extLst>
                  <a:ext uri="{FF2B5EF4-FFF2-40B4-BE49-F238E27FC236}">
                    <a16:creationId xmlns:a16="http://schemas.microsoft.com/office/drawing/2014/main" id="{1D1AFCE1-EB16-BABE-95AB-3A539B23EEDB}"/>
                  </a:ext>
                </a:extLst>
              </p:cNvPr>
              <p:cNvSpPr/>
              <p:nvPr/>
            </p:nvSpPr>
            <p:spPr>
              <a:xfrm>
                <a:off x="11082603" y="1581975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立方体 122">
                <a:extLst>
                  <a:ext uri="{FF2B5EF4-FFF2-40B4-BE49-F238E27FC236}">
                    <a16:creationId xmlns:a16="http://schemas.microsoft.com/office/drawing/2014/main" id="{1BB20318-F7A0-56EB-4B45-1F5DA043EAAA}"/>
                  </a:ext>
                </a:extLst>
              </p:cNvPr>
              <p:cNvSpPr/>
              <p:nvPr/>
            </p:nvSpPr>
            <p:spPr>
              <a:xfrm>
                <a:off x="10971544" y="1693656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立方体 123">
                <a:extLst>
                  <a:ext uri="{FF2B5EF4-FFF2-40B4-BE49-F238E27FC236}">
                    <a16:creationId xmlns:a16="http://schemas.microsoft.com/office/drawing/2014/main" id="{82C2F96D-7CC3-3BBA-F7F0-8AA9E458A5FC}"/>
                  </a:ext>
                </a:extLst>
              </p:cNvPr>
              <p:cNvSpPr/>
              <p:nvPr/>
            </p:nvSpPr>
            <p:spPr>
              <a:xfrm>
                <a:off x="10860485" y="1805343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立方体 124">
                <a:extLst>
                  <a:ext uri="{FF2B5EF4-FFF2-40B4-BE49-F238E27FC236}">
                    <a16:creationId xmlns:a16="http://schemas.microsoft.com/office/drawing/2014/main" id="{73722EF5-7A1A-087C-EDEC-F3987F65C6B4}"/>
                  </a:ext>
                </a:extLst>
              </p:cNvPr>
              <p:cNvSpPr/>
              <p:nvPr/>
            </p:nvSpPr>
            <p:spPr>
              <a:xfrm>
                <a:off x="10751194" y="1917024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立方体 125">
                <a:extLst>
                  <a:ext uri="{FF2B5EF4-FFF2-40B4-BE49-F238E27FC236}">
                    <a16:creationId xmlns:a16="http://schemas.microsoft.com/office/drawing/2014/main" id="{EF632149-A931-287B-421E-BC436CA7CAB5}"/>
                  </a:ext>
                </a:extLst>
              </p:cNvPr>
              <p:cNvSpPr/>
              <p:nvPr/>
            </p:nvSpPr>
            <p:spPr>
              <a:xfrm>
                <a:off x="9017570" y="2058443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立方体 126">
                <a:extLst>
                  <a:ext uri="{FF2B5EF4-FFF2-40B4-BE49-F238E27FC236}">
                    <a16:creationId xmlns:a16="http://schemas.microsoft.com/office/drawing/2014/main" id="{F918F65E-4CB2-5481-92C3-5F1F84EBB407}"/>
                  </a:ext>
                </a:extLst>
              </p:cNvPr>
              <p:cNvSpPr/>
              <p:nvPr/>
            </p:nvSpPr>
            <p:spPr>
              <a:xfrm>
                <a:off x="9419848" y="2058443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2" name="立方体 581">
                <a:extLst>
                  <a:ext uri="{FF2B5EF4-FFF2-40B4-BE49-F238E27FC236}">
                    <a16:creationId xmlns:a16="http://schemas.microsoft.com/office/drawing/2014/main" id="{6C2132E7-D7C9-4BC7-939E-6649DF129360}"/>
                  </a:ext>
                </a:extLst>
              </p:cNvPr>
              <p:cNvSpPr/>
              <p:nvPr/>
            </p:nvSpPr>
            <p:spPr>
              <a:xfrm>
                <a:off x="9822128" y="2058443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立方体 127">
                <a:extLst>
                  <a:ext uri="{FF2B5EF4-FFF2-40B4-BE49-F238E27FC236}">
                    <a16:creationId xmlns:a16="http://schemas.microsoft.com/office/drawing/2014/main" id="{128E5970-9ADA-C355-D7AD-ABC85C01DC4E}"/>
                  </a:ext>
                </a:extLst>
              </p:cNvPr>
              <p:cNvSpPr/>
              <p:nvPr/>
            </p:nvSpPr>
            <p:spPr>
              <a:xfrm>
                <a:off x="10219098" y="2058443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立方体 128">
                <a:extLst>
                  <a:ext uri="{FF2B5EF4-FFF2-40B4-BE49-F238E27FC236}">
                    <a16:creationId xmlns:a16="http://schemas.microsoft.com/office/drawing/2014/main" id="{79F87063-BDE4-488D-AEDA-F4DBA70A4651}"/>
                  </a:ext>
                </a:extLst>
              </p:cNvPr>
              <p:cNvSpPr/>
              <p:nvPr/>
            </p:nvSpPr>
            <p:spPr>
              <a:xfrm>
                <a:off x="10616266" y="2050985"/>
                <a:ext cx="513337" cy="491290"/>
              </a:xfrm>
              <a:prstGeom prst="cub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立方体 129">
                <a:extLst>
                  <a:ext uri="{FF2B5EF4-FFF2-40B4-BE49-F238E27FC236}">
                    <a16:creationId xmlns:a16="http://schemas.microsoft.com/office/drawing/2014/main" id="{6A8244E9-DC8D-F7F1-C027-8390CBF1FEA9}"/>
                  </a:ext>
                </a:extLst>
              </p:cNvPr>
              <p:cNvSpPr/>
              <p:nvPr/>
            </p:nvSpPr>
            <p:spPr>
              <a:xfrm>
                <a:off x="9494591" y="1220958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立方体 130">
                <a:extLst>
                  <a:ext uri="{FF2B5EF4-FFF2-40B4-BE49-F238E27FC236}">
                    <a16:creationId xmlns:a16="http://schemas.microsoft.com/office/drawing/2014/main" id="{A3F5CCE4-8F7F-55BD-5141-AB6D8A3A569A}"/>
                  </a:ext>
                </a:extLst>
              </p:cNvPr>
              <p:cNvSpPr/>
              <p:nvPr/>
            </p:nvSpPr>
            <p:spPr>
              <a:xfrm>
                <a:off x="9896867" y="1220958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立方体 131">
                <a:extLst>
                  <a:ext uri="{FF2B5EF4-FFF2-40B4-BE49-F238E27FC236}">
                    <a16:creationId xmlns:a16="http://schemas.microsoft.com/office/drawing/2014/main" id="{1C17EBD5-9C0A-DB7A-EC58-B0A4CFCFA09C}"/>
                  </a:ext>
                </a:extLst>
              </p:cNvPr>
              <p:cNvSpPr/>
              <p:nvPr/>
            </p:nvSpPr>
            <p:spPr>
              <a:xfrm>
                <a:off x="10299144" y="1220958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立方体 132">
                <a:extLst>
                  <a:ext uri="{FF2B5EF4-FFF2-40B4-BE49-F238E27FC236}">
                    <a16:creationId xmlns:a16="http://schemas.microsoft.com/office/drawing/2014/main" id="{39C5D5CB-24D9-1E9D-E20F-1FD7ECFBDE5F}"/>
                  </a:ext>
                </a:extLst>
              </p:cNvPr>
              <p:cNvSpPr/>
              <p:nvPr/>
            </p:nvSpPr>
            <p:spPr>
              <a:xfrm>
                <a:off x="9383530" y="133264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立方体 133">
                <a:extLst>
                  <a:ext uri="{FF2B5EF4-FFF2-40B4-BE49-F238E27FC236}">
                    <a16:creationId xmlns:a16="http://schemas.microsoft.com/office/drawing/2014/main" id="{64BCA007-E202-8B36-5EBC-9C11518E4399}"/>
                  </a:ext>
                </a:extLst>
              </p:cNvPr>
              <p:cNvSpPr/>
              <p:nvPr/>
            </p:nvSpPr>
            <p:spPr>
              <a:xfrm>
                <a:off x="9785807" y="133264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立方体 134">
                <a:extLst>
                  <a:ext uri="{FF2B5EF4-FFF2-40B4-BE49-F238E27FC236}">
                    <a16:creationId xmlns:a16="http://schemas.microsoft.com/office/drawing/2014/main" id="{472B1446-01D6-6312-2273-9EB9352A68BE}"/>
                  </a:ext>
                </a:extLst>
              </p:cNvPr>
              <p:cNvSpPr/>
              <p:nvPr/>
            </p:nvSpPr>
            <p:spPr>
              <a:xfrm>
                <a:off x="10188085" y="133264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立方体 135">
                <a:extLst>
                  <a:ext uri="{FF2B5EF4-FFF2-40B4-BE49-F238E27FC236}">
                    <a16:creationId xmlns:a16="http://schemas.microsoft.com/office/drawing/2014/main" id="{8FEDB11C-84A6-33D4-CB64-CD935F3D4C1E}"/>
                  </a:ext>
                </a:extLst>
              </p:cNvPr>
              <p:cNvSpPr/>
              <p:nvPr/>
            </p:nvSpPr>
            <p:spPr>
              <a:xfrm>
                <a:off x="9272471" y="1444326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立方体 136">
                <a:extLst>
                  <a:ext uri="{FF2B5EF4-FFF2-40B4-BE49-F238E27FC236}">
                    <a16:creationId xmlns:a16="http://schemas.microsoft.com/office/drawing/2014/main" id="{4E2FD6FC-FE36-E15C-1EE6-5C6F5A3BCF93}"/>
                  </a:ext>
                </a:extLst>
              </p:cNvPr>
              <p:cNvSpPr/>
              <p:nvPr/>
            </p:nvSpPr>
            <p:spPr>
              <a:xfrm>
                <a:off x="9674748" y="1444326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立方体 137">
                <a:extLst>
                  <a:ext uri="{FF2B5EF4-FFF2-40B4-BE49-F238E27FC236}">
                    <a16:creationId xmlns:a16="http://schemas.microsoft.com/office/drawing/2014/main" id="{0D2AD77E-3632-8743-5A54-8E813B7F2AF3}"/>
                  </a:ext>
                </a:extLst>
              </p:cNvPr>
              <p:cNvSpPr/>
              <p:nvPr/>
            </p:nvSpPr>
            <p:spPr>
              <a:xfrm>
                <a:off x="10077028" y="1444326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立方体 138">
                <a:extLst>
                  <a:ext uri="{FF2B5EF4-FFF2-40B4-BE49-F238E27FC236}">
                    <a16:creationId xmlns:a16="http://schemas.microsoft.com/office/drawing/2014/main" id="{83F438D7-561C-4624-E3FE-E20399DD1F0B}"/>
                  </a:ext>
                </a:extLst>
              </p:cNvPr>
              <p:cNvSpPr/>
              <p:nvPr/>
            </p:nvSpPr>
            <p:spPr>
              <a:xfrm>
                <a:off x="9494591" y="863629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立方体 139">
                <a:extLst>
                  <a:ext uri="{FF2B5EF4-FFF2-40B4-BE49-F238E27FC236}">
                    <a16:creationId xmlns:a16="http://schemas.microsoft.com/office/drawing/2014/main" id="{73978A70-9DF5-BF9C-D0EA-A26BAFA85A3F}"/>
                  </a:ext>
                </a:extLst>
              </p:cNvPr>
              <p:cNvSpPr/>
              <p:nvPr/>
            </p:nvSpPr>
            <p:spPr>
              <a:xfrm>
                <a:off x="9896867" y="863629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立方体 140">
                <a:extLst>
                  <a:ext uri="{FF2B5EF4-FFF2-40B4-BE49-F238E27FC236}">
                    <a16:creationId xmlns:a16="http://schemas.microsoft.com/office/drawing/2014/main" id="{E639E27F-F8BE-F8FE-C2D1-E6C7A937B872}"/>
                  </a:ext>
                </a:extLst>
              </p:cNvPr>
              <p:cNvSpPr/>
              <p:nvPr/>
            </p:nvSpPr>
            <p:spPr>
              <a:xfrm>
                <a:off x="10299144" y="863629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立方体 141">
                <a:extLst>
                  <a:ext uri="{FF2B5EF4-FFF2-40B4-BE49-F238E27FC236}">
                    <a16:creationId xmlns:a16="http://schemas.microsoft.com/office/drawing/2014/main" id="{010EE761-C0FC-3893-E821-C233175CE333}"/>
                  </a:ext>
                </a:extLst>
              </p:cNvPr>
              <p:cNvSpPr/>
              <p:nvPr/>
            </p:nvSpPr>
            <p:spPr>
              <a:xfrm>
                <a:off x="9383530" y="975311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立方体 142">
                <a:extLst>
                  <a:ext uri="{FF2B5EF4-FFF2-40B4-BE49-F238E27FC236}">
                    <a16:creationId xmlns:a16="http://schemas.microsoft.com/office/drawing/2014/main" id="{BC802671-2831-E782-4D41-07790525A50E}"/>
                  </a:ext>
                </a:extLst>
              </p:cNvPr>
              <p:cNvSpPr/>
              <p:nvPr/>
            </p:nvSpPr>
            <p:spPr>
              <a:xfrm>
                <a:off x="9785807" y="975311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立方体 143">
                <a:extLst>
                  <a:ext uri="{FF2B5EF4-FFF2-40B4-BE49-F238E27FC236}">
                    <a16:creationId xmlns:a16="http://schemas.microsoft.com/office/drawing/2014/main" id="{674B34F0-D970-04F0-A9D2-8E682749C801}"/>
                  </a:ext>
                </a:extLst>
              </p:cNvPr>
              <p:cNvSpPr/>
              <p:nvPr/>
            </p:nvSpPr>
            <p:spPr>
              <a:xfrm>
                <a:off x="10188085" y="975311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立方体 144">
                <a:extLst>
                  <a:ext uri="{FF2B5EF4-FFF2-40B4-BE49-F238E27FC236}">
                    <a16:creationId xmlns:a16="http://schemas.microsoft.com/office/drawing/2014/main" id="{FE7A015B-C773-EEB9-1B09-83A23A92CD4C}"/>
                  </a:ext>
                </a:extLst>
              </p:cNvPr>
              <p:cNvSpPr/>
              <p:nvPr/>
            </p:nvSpPr>
            <p:spPr>
              <a:xfrm>
                <a:off x="9272471" y="1086997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>
                <a:extLst>
                  <a:ext uri="{FF2B5EF4-FFF2-40B4-BE49-F238E27FC236}">
                    <a16:creationId xmlns:a16="http://schemas.microsoft.com/office/drawing/2014/main" id="{36A8AD21-882E-7CF9-3447-2D9F25818EDC}"/>
                  </a:ext>
                </a:extLst>
              </p:cNvPr>
              <p:cNvSpPr/>
              <p:nvPr/>
            </p:nvSpPr>
            <p:spPr>
              <a:xfrm>
                <a:off x="9674748" y="1086997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立方体 146">
                <a:extLst>
                  <a:ext uri="{FF2B5EF4-FFF2-40B4-BE49-F238E27FC236}">
                    <a16:creationId xmlns:a16="http://schemas.microsoft.com/office/drawing/2014/main" id="{B3BD3BF8-50C4-AF49-33CA-855C3855B6F9}"/>
                  </a:ext>
                </a:extLst>
              </p:cNvPr>
              <p:cNvSpPr/>
              <p:nvPr/>
            </p:nvSpPr>
            <p:spPr>
              <a:xfrm>
                <a:off x="10077028" y="1086997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>
                <a:extLst>
                  <a:ext uri="{FF2B5EF4-FFF2-40B4-BE49-F238E27FC236}">
                    <a16:creationId xmlns:a16="http://schemas.microsoft.com/office/drawing/2014/main" id="{264606C4-4882-F348-9E54-3E188DD34B63}"/>
                  </a:ext>
                </a:extLst>
              </p:cNvPr>
              <p:cNvSpPr/>
              <p:nvPr/>
            </p:nvSpPr>
            <p:spPr>
              <a:xfrm>
                <a:off x="9491051" y="484023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立方体 148">
                <a:extLst>
                  <a:ext uri="{FF2B5EF4-FFF2-40B4-BE49-F238E27FC236}">
                    <a16:creationId xmlns:a16="http://schemas.microsoft.com/office/drawing/2014/main" id="{11342BD8-F0CC-5A48-A7FF-8482C20A962E}"/>
                  </a:ext>
                </a:extLst>
              </p:cNvPr>
              <p:cNvSpPr/>
              <p:nvPr/>
            </p:nvSpPr>
            <p:spPr>
              <a:xfrm>
                <a:off x="9893331" y="484023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立方体 149">
                <a:extLst>
                  <a:ext uri="{FF2B5EF4-FFF2-40B4-BE49-F238E27FC236}">
                    <a16:creationId xmlns:a16="http://schemas.microsoft.com/office/drawing/2014/main" id="{C852EEC5-98DC-8703-72AC-5992A0B23EE3}"/>
                  </a:ext>
                </a:extLst>
              </p:cNvPr>
              <p:cNvSpPr/>
              <p:nvPr/>
            </p:nvSpPr>
            <p:spPr>
              <a:xfrm>
                <a:off x="10295609" y="484023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立方体 150">
                <a:extLst>
                  <a:ext uri="{FF2B5EF4-FFF2-40B4-BE49-F238E27FC236}">
                    <a16:creationId xmlns:a16="http://schemas.microsoft.com/office/drawing/2014/main" id="{7D5E41A5-DEF6-3B9D-2F6D-CD7DA2005826}"/>
                  </a:ext>
                </a:extLst>
              </p:cNvPr>
              <p:cNvSpPr/>
              <p:nvPr/>
            </p:nvSpPr>
            <p:spPr>
              <a:xfrm>
                <a:off x="9379992" y="59570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立方体 151">
                <a:extLst>
                  <a:ext uri="{FF2B5EF4-FFF2-40B4-BE49-F238E27FC236}">
                    <a16:creationId xmlns:a16="http://schemas.microsoft.com/office/drawing/2014/main" id="{673D7ED0-0B78-88EB-1D14-47C721CC3E82}"/>
                  </a:ext>
                </a:extLst>
              </p:cNvPr>
              <p:cNvSpPr/>
              <p:nvPr/>
            </p:nvSpPr>
            <p:spPr>
              <a:xfrm>
                <a:off x="9782267" y="59570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立方体 152">
                <a:extLst>
                  <a:ext uri="{FF2B5EF4-FFF2-40B4-BE49-F238E27FC236}">
                    <a16:creationId xmlns:a16="http://schemas.microsoft.com/office/drawing/2014/main" id="{D1107975-F94F-8AAB-7BC1-E1EC214CF56E}"/>
                  </a:ext>
                </a:extLst>
              </p:cNvPr>
              <p:cNvSpPr/>
              <p:nvPr/>
            </p:nvSpPr>
            <p:spPr>
              <a:xfrm>
                <a:off x="10184547" y="59570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立方体 153">
                <a:extLst>
                  <a:ext uri="{FF2B5EF4-FFF2-40B4-BE49-F238E27FC236}">
                    <a16:creationId xmlns:a16="http://schemas.microsoft.com/office/drawing/2014/main" id="{462CCD70-AF15-DD94-42D0-EF2107749B80}"/>
                  </a:ext>
                </a:extLst>
              </p:cNvPr>
              <p:cNvSpPr/>
              <p:nvPr/>
            </p:nvSpPr>
            <p:spPr>
              <a:xfrm>
                <a:off x="9268930" y="707391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立方体 200">
                <a:extLst>
                  <a:ext uri="{FF2B5EF4-FFF2-40B4-BE49-F238E27FC236}">
                    <a16:creationId xmlns:a16="http://schemas.microsoft.com/office/drawing/2014/main" id="{2587D7A7-BC92-46CF-BBB0-A286782263B0}"/>
                  </a:ext>
                </a:extLst>
              </p:cNvPr>
              <p:cNvSpPr/>
              <p:nvPr/>
            </p:nvSpPr>
            <p:spPr>
              <a:xfrm>
                <a:off x="9671210" y="707391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立方体 201">
                <a:extLst>
                  <a:ext uri="{FF2B5EF4-FFF2-40B4-BE49-F238E27FC236}">
                    <a16:creationId xmlns:a16="http://schemas.microsoft.com/office/drawing/2014/main" id="{80405178-1266-8FB4-DEB8-6ED703B86D1A}"/>
                  </a:ext>
                </a:extLst>
              </p:cNvPr>
              <p:cNvSpPr/>
              <p:nvPr/>
            </p:nvSpPr>
            <p:spPr>
              <a:xfrm>
                <a:off x="10073488" y="707391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立方体 202">
                <a:extLst>
                  <a:ext uri="{FF2B5EF4-FFF2-40B4-BE49-F238E27FC236}">
                    <a16:creationId xmlns:a16="http://schemas.microsoft.com/office/drawing/2014/main" id="{1B698A9D-3C85-C069-E19C-D82D7A143E31}"/>
                  </a:ext>
                </a:extLst>
              </p:cNvPr>
              <p:cNvSpPr/>
              <p:nvPr/>
            </p:nvSpPr>
            <p:spPr>
              <a:xfrm>
                <a:off x="9157874" y="155601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立方体 203">
                <a:extLst>
                  <a:ext uri="{FF2B5EF4-FFF2-40B4-BE49-F238E27FC236}">
                    <a16:creationId xmlns:a16="http://schemas.microsoft.com/office/drawing/2014/main" id="{420B5A52-D067-2C58-D233-8ED326E79BC9}"/>
                  </a:ext>
                </a:extLst>
              </p:cNvPr>
              <p:cNvSpPr/>
              <p:nvPr/>
            </p:nvSpPr>
            <p:spPr>
              <a:xfrm>
                <a:off x="9560151" y="155601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立方体 204">
                <a:extLst>
                  <a:ext uri="{FF2B5EF4-FFF2-40B4-BE49-F238E27FC236}">
                    <a16:creationId xmlns:a16="http://schemas.microsoft.com/office/drawing/2014/main" id="{B56A9895-E8AE-D14D-49D9-39ACBDEE691A}"/>
                  </a:ext>
                </a:extLst>
              </p:cNvPr>
              <p:cNvSpPr/>
              <p:nvPr/>
            </p:nvSpPr>
            <p:spPr>
              <a:xfrm>
                <a:off x="9962431" y="155601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立方体 205">
                <a:extLst>
                  <a:ext uri="{FF2B5EF4-FFF2-40B4-BE49-F238E27FC236}">
                    <a16:creationId xmlns:a16="http://schemas.microsoft.com/office/drawing/2014/main" id="{A98C60A6-C5AF-ECFA-F3D3-86A89144B68B}"/>
                  </a:ext>
                </a:extLst>
              </p:cNvPr>
              <p:cNvSpPr/>
              <p:nvPr/>
            </p:nvSpPr>
            <p:spPr>
              <a:xfrm>
                <a:off x="9159640" y="1169898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立方体 206">
                <a:extLst>
                  <a:ext uri="{FF2B5EF4-FFF2-40B4-BE49-F238E27FC236}">
                    <a16:creationId xmlns:a16="http://schemas.microsoft.com/office/drawing/2014/main" id="{072061B1-46E5-E6C2-16CA-6B05065FBFFF}"/>
                  </a:ext>
                </a:extLst>
              </p:cNvPr>
              <p:cNvSpPr/>
              <p:nvPr/>
            </p:nvSpPr>
            <p:spPr>
              <a:xfrm>
                <a:off x="9561920" y="1169898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立方体 207">
                <a:extLst>
                  <a:ext uri="{FF2B5EF4-FFF2-40B4-BE49-F238E27FC236}">
                    <a16:creationId xmlns:a16="http://schemas.microsoft.com/office/drawing/2014/main" id="{E49A55A2-8FF0-7F99-00F6-8ED8CE7697C7}"/>
                  </a:ext>
                </a:extLst>
              </p:cNvPr>
              <p:cNvSpPr/>
              <p:nvPr/>
            </p:nvSpPr>
            <p:spPr>
              <a:xfrm>
                <a:off x="9964198" y="1169898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立方体 208">
                <a:extLst>
                  <a:ext uri="{FF2B5EF4-FFF2-40B4-BE49-F238E27FC236}">
                    <a16:creationId xmlns:a16="http://schemas.microsoft.com/office/drawing/2014/main" id="{747FB21E-AFE0-C88F-E9AC-B531980E96B4}"/>
                  </a:ext>
                </a:extLst>
              </p:cNvPr>
              <p:cNvSpPr/>
              <p:nvPr/>
            </p:nvSpPr>
            <p:spPr>
              <a:xfrm>
                <a:off x="9159640" y="81907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立方体 209">
                <a:extLst>
                  <a:ext uri="{FF2B5EF4-FFF2-40B4-BE49-F238E27FC236}">
                    <a16:creationId xmlns:a16="http://schemas.microsoft.com/office/drawing/2014/main" id="{D238C050-27E4-F8B3-E8EE-73E0534EAC1B}"/>
                  </a:ext>
                </a:extLst>
              </p:cNvPr>
              <p:cNvSpPr/>
              <p:nvPr/>
            </p:nvSpPr>
            <p:spPr>
              <a:xfrm>
                <a:off x="9561920" y="81907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立方体 210">
                <a:extLst>
                  <a:ext uri="{FF2B5EF4-FFF2-40B4-BE49-F238E27FC236}">
                    <a16:creationId xmlns:a16="http://schemas.microsoft.com/office/drawing/2014/main" id="{794C8A0D-45A1-4CA5-8015-5B7408750D54}"/>
                  </a:ext>
                </a:extLst>
              </p:cNvPr>
              <p:cNvSpPr/>
              <p:nvPr/>
            </p:nvSpPr>
            <p:spPr>
              <a:xfrm>
                <a:off x="9964198" y="81907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立方体 212">
                <a:extLst>
                  <a:ext uri="{FF2B5EF4-FFF2-40B4-BE49-F238E27FC236}">
                    <a16:creationId xmlns:a16="http://schemas.microsoft.com/office/drawing/2014/main" id="{0DEFA1BE-0AB2-B179-33B8-C963B74998CA}"/>
                  </a:ext>
                </a:extLst>
              </p:cNvPr>
              <p:cNvSpPr/>
              <p:nvPr/>
            </p:nvSpPr>
            <p:spPr>
              <a:xfrm>
                <a:off x="10685428" y="1220958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立方体 240">
                <a:extLst>
                  <a:ext uri="{FF2B5EF4-FFF2-40B4-BE49-F238E27FC236}">
                    <a16:creationId xmlns:a16="http://schemas.microsoft.com/office/drawing/2014/main" id="{C0FB1D8B-D405-4EA2-DAE7-9E142A18EFC8}"/>
                  </a:ext>
                </a:extLst>
              </p:cNvPr>
              <p:cNvSpPr/>
              <p:nvPr/>
            </p:nvSpPr>
            <p:spPr>
              <a:xfrm>
                <a:off x="10574369" y="133264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立方体 252">
                <a:extLst>
                  <a:ext uri="{FF2B5EF4-FFF2-40B4-BE49-F238E27FC236}">
                    <a16:creationId xmlns:a16="http://schemas.microsoft.com/office/drawing/2014/main" id="{910FA005-16ED-78F0-C368-E476E5FCE9C0}"/>
                  </a:ext>
                </a:extLst>
              </p:cNvPr>
              <p:cNvSpPr/>
              <p:nvPr/>
            </p:nvSpPr>
            <p:spPr>
              <a:xfrm>
                <a:off x="10463307" y="1444326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立方体 253">
                <a:extLst>
                  <a:ext uri="{FF2B5EF4-FFF2-40B4-BE49-F238E27FC236}">
                    <a16:creationId xmlns:a16="http://schemas.microsoft.com/office/drawing/2014/main" id="{CF7C6FA6-5401-9FF7-6CF1-E8F4470E1B4F}"/>
                  </a:ext>
                </a:extLst>
              </p:cNvPr>
              <p:cNvSpPr/>
              <p:nvPr/>
            </p:nvSpPr>
            <p:spPr>
              <a:xfrm>
                <a:off x="10348713" y="1556010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立方体 254">
                <a:extLst>
                  <a:ext uri="{FF2B5EF4-FFF2-40B4-BE49-F238E27FC236}">
                    <a16:creationId xmlns:a16="http://schemas.microsoft.com/office/drawing/2014/main" id="{0FB40C49-747E-9399-A58F-4B8771629221}"/>
                  </a:ext>
                </a:extLst>
              </p:cNvPr>
              <p:cNvSpPr/>
              <p:nvPr/>
            </p:nvSpPr>
            <p:spPr>
              <a:xfrm>
                <a:off x="10686109" y="863629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立方体 255">
                <a:extLst>
                  <a:ext uri="{FF2B5EF4-FFF2-40B4-BE49-F238E27FC236}">
                    <a16:creationId xmlns:a16="http://schemas.microsoft.com/office/drawing/2014/main" id="{F3F4D1C6-D896-59C9-1DA2-69F1CB00DA6D}"/>
                  </a:ext>
                </a:extLst>
              </p:cNvPr>
              <p:cNvSpPr/>
              <p:nvPr/>
            </p:nvSpPr>
            <p:spPr>
              <a:xfrm>
                <a:off x="10575050" y="975311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立方体 256">
                <a:extLst>
                  <a:ext uri="{FF2B5EF4-FFF2-40B4-BE49-F238E27FC236}">
                    <a16:creationId xmlns:a16="http://schemas.microsoft.com/office/drawing/2014/main" id="{0AD5E819-C835-4D12-203B-0BA1FE03FFE7}"/>
                  </a:ext>
                </a:extLst>
              </p:cNvPr>
              <p:cNvSpPr/>
              <p:nvPr/>
            </p:nvSpPr>
            <p:spPr>
              <a:xfrm>
                <a:off x="10463989" y="1086997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立方体 257">
                <a:extLst>
                  <a:ext uri="{FF2B5EF4-FFF2-40B4-BE49-F238E27FC236}">
                    <a16:creationId xmlns:a16="http://schemas.microsoft.com/office/drawing/2014/main" id="{F4384CBE-2207-44E8-1CD1-80241CF7E9FC}"/>
                  </a:ext>
                </a:extLst>
              </p:cNvPr>
              <p:cNvSpPr/>
              <p:nvPr/>
            </p:nvSpPr>
            <p:spPr>
              <a:xfrm>
                <a:off x="10349392" y="1198681"/>
                <a:ext cx="513337" cy="491290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立方体 258">
                <a:extLst>
                  <a:ext uri="{FF2B5EF4-FFF2-40B4-BE49-F238E27FC236}">
                    <a16:creationId xmlns:a16="http://schemas.microsoft.com/office/drawing/2014/main" id="{9F4EECA0-D327-6F4B-F37C-4A1F832B85BB}"/>
                  </a:ext>
                </a:extLst>
              </p:cNvPr>
              <p:cNvSpPr/>
              <p:nvPr/>
            </p:nvSpPr>
            <p:spPr>
              <a:xfrm>
                <a:off x="10692577" y="484023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立方体 260">
                <a:extLst>
                  <a:ext uri="{FF2B5EF4-FFF2-40B4-BE49-F238E27FC236}">
                    <a16:creationId xmlns:a16="http://schemas.microsoft.com/office/drawing/2014/main" id="{C6D8DD90-A9B5-7520-9C00-04EBED1E0333}"/>
                  </a:ext>
                </a:extLst>
              </p:cNvPr>
              <p:cNvSpPr/>
              <p:nvPr/>
            </p:nvSpPr>
            <p:spPr>
              <a:xfrm>
                <a:off x="10581518" y="595707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立方体 262">
                <a:extLst>
                  <a:ext uri="{FF2B5EF4-FFF2-40B4-BE49-F238E27FC236}">
                    <a16:creationId xmlns:a16="http://schemas.microsoft.com/office/drawing/2014/main" id="{22F4F6B3-BDAB-A342-2111-4D5315DA48C5}"/>
                  </a:ext>
                </a:extLst>
              </p:cNvPr>
              <p:cNvSpPr/>
              <p:nvPr/>
            </p:nvSpPr>
            <p:spPr>
              <a:xfrm>
                <a:off x="10470461" y="707391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立方体 264">
                <a:extLst>
                  <a:ext uri="{FF2B5EF4-FFF2-40B4-BE49-F238E27FC236}">
                    <a16:creationId xmlns:a16="http://schemas.microsoft.com/office/drawing/2014/main" id="{C4029DEF-F306-17E9-64D3-6F67C038AD8D}"/>
                  </a:ext>
                </a:extLst>
              </p:cNvPr>
              <p:cNvSpPr/>
              <p:nvPr/>
            </p:nvSpPr>
            <p:spPr>
              <a:xfrm>
                <a:off x="10361169" y="819072"/>
                <a:ext cx="513337" cy="491290"/>
              </a:xfrm>
              <a:prstGeom prst="cube">
                <a:avLst/>
              </a:prstGeom>
              <a:solidFill>
                <a:srgbClr val="F2AAA4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立方体 266">
                <a:extLst>
                  <a:ext uri="{FF2B5EF4-FFF2-40B4-BE49-F238E27FC236}">
                    <a16:creationId xmlns:a16="http://schemas.microsoft.com/office/drawing/2014/main" id="{7231B591-BD99-75BB-B299-B7927D101C02}"/>
                  </a:ext>
                </a:extLst>
              </p:cNvPr>
              <p:cNvSpPr/>
              <p:nvPr/>
            </p:nvSpPr>
            <p:spPr>
              <a:xfrm>
                <a:off x="9490687" y="109050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" name="立方体 268">
                <a:extLst>
                  <a:ext uri="{FF2B5EF4-FFF2-40B4-BE49-F238E27FC236}">
                    <a16:creationId xmlns:a16="http://schemas.microsoft.com/office/drawing/2014/main" id="{C32F3A21-E322-D777-B1A8-226D69F313BB}"/>
                  </a:ext>
                </a:extLst>
              </p:cNvPr>
              <p:cNvSpPr/>
              <p:nvPr/>
            </p:nvSpPr>
            <p:spPr>
              <a:xfrm>
                <a:off x="9892965" y="109050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" name="立方体 269">
                <a:extLst>
                  <a:ext uri="{FF2B5EF4-FFF2-40B4-BE49-F238E27FC236}">
                    <a16:creationId xmlns:a16="http://schemas.microsoft.com/office/drawing/2014/main" id="{27882EBA-7505-751C-2384-B956671273BC}"/>
                  </a:ext>
                </a:extLst>
              </p:cNvPr>
              <p:cNvSpPr/>
              <p:nvPr/>
            </p:nvSpPr>
            <p:spPr>
              <a:xfrm>
                <a:off x="10295242" y="109050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" name="立方体 271">
                <a:extLst>
                  <a:ext uri="{FF2B5EF4-FFF2-40B4-BE49-F238E27FC236}">
                    <a16:creationId xmlns:a16="http://schemas.microsoft.com/office/drawing/2014/main" id="{438365AA-AAA8-510D-4C81-AE21000617DA}"/>
                  </a:ext>
                </a:extLst>
              </p:cNvPr>
              <p:cNvSpPr/>
              <p:nvPr/>
            </p:nvSpPr>
            <p:spPr>
              <a:xfrm>
                <a:off x="9379628" y="220736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" name="立方体 272">
                <a:extLst>
                  <a:ext uri="{FF2B5EF4-FFF2-40B4-BE49-F238E27FC236}">
                    <a16:creationId xmlns:a16="http://schemas.microsoft.com/office/drawing/2014/main" id="{33B25E57-B2BE-DB88-5A0A-2620EB0B795E}"/>
                  </a:ext>
                </a:extLst>
              </p:cNvPr>
              <p:cNvSpPr/>
              <p:nvPr/>
            </p:nvSpPr>
            <p:spPr>
              <a:xfrm>
                <a:off x="9781906" y="220736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立方体 274">
                <a:extLst>
                  <a:ext uri="{FF2B5EF4-FFF2-40B4-BE49-F238E27FC236}">
                    <a16:creationId xmlns:a16="http://schemas.microsoft.com/office/drawing/2014/main" id="{4482BB4C-6609-3B79-C359-FDA68BE08AA8}"/>
                  </a:ext>
                </a:extLst>
              </p:cNvPr>
              <p:cNvSpPr/>
              <p:nvPr/>
            </p:nvSpPr>
            <p:spPr>
              <a:xfrm>
                <a:off x="10184186" y="220736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立方体 275">
                <a:extLst>
                  <a:ext uri="{FF2B5EF4-FFF2-40B4-BE49-F238E27FC236}">
                    <a16:creationId xmlns:a16="http://schemas.microsoft.com/office/drawing/2014/main" id="{B8A77EEA-E76A-7878-D754-11E61B44066D}"/>
                  </a:ext>
                </a:extLst>
              </p:cNvPr>
              <p:cNvSpPr/>
              <p:nvPr/>
            </p:nvSpPr>
            <p:spPr>
              <a:xfrm>
                <a:off x="9268569" y="332418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" name="立方体 277">
                <a:extLst>
                  <a:ext uri="{FF2B5EF4-FFF2-40B4-BE49-F238E27FC236}">
                    <a16:creationId xmlns:a16="http://schemas.microsoft.com/office/drawing/2014/main" id="{288323E5-D7AD-7DC8-5D4D-26DEB8909799}"/>
                  </a:ext>
                </a:extLst>
              </p:cNvPr>
              <p:cNvSpPr/>
              <p:nvPr/>
            </p:nvSpPr>
            <p:spPr>
              <a:xfrm>
                <a:off x="9670849" y="332418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立方体 278">
                <a:extLst>
                  <a:ext uri="{FF2B5EF4-FFF2-40B4-BE49-F238E27FC236}">
                    <a16:creationId xmlns:a16="http://schemas.microsoft.com/office/drawing/2014/main" id="{36757EC0-D28A-9EF7-B917-640CE6FEC1B8}"/>
                  </a:ext>
                </a:extLst>
              </p:cNvPr>
              <p:cNvSpPr/>
              <p:nvPr/>
            </p:nvSpPr>
            <p:spPr>
              <a:xfrm>
                <a:off x="10073124" y="332418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1" name="立方体 280">
                <a:extLst>
                  <a:ext uri="{FF2B5EF4-FFF2-40B4-BE49-F238E27FC236}">
                    <a16:creationId xmlns:a16="http://schemas.microsoft.com/office/drawing/2014/main" id="{598E2FA3-A8E0-214E-4498-9F3710142CAA}"/>
                  </a:ext>
                </a:extLst>
              </p:cNvPr>
              <p:cNvSpPr/>
              <p:nvPr/>
            </p:nvSpPr>
            <p:spPr>
              <a:xfrm>
                <a:off x="9159279" y="444104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立方体 281">
                <a:extLst>
                  <a:ext uri="{FF2B5EF4-FFF2-40B4-BE49-F238E27FC236}">
                    <a16:creationId xmlns:a16="http://schemas.microsoft.com/office/drawing/2014/main" id="{194E93AA-EA40-4765-9F71-8866108FB706}"/>
                  </a:ext>
                </a:extLst>
              </p:cNvPr>
              <p:cNvSpPr/>
              <p:nvPr/>
            </p:nvSpPr>
            <p:spPr>
              <a:xfrm>
                <a:off x="9561559" y="444104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" name="立方体 283">
                <a:extLst>
                  <a:ext uri="{FF2B5EF4-FFF2-40B4-BE49-F238E27FC236}">
                    <a16:creationId xmlns:a16="http://schemas.microsoft.com/office/drawing/2014/main" id="{2DBE8356-18DF-9F04-3F86-BAD256111DDA}"/>
                  </a:ext>
                </a:extLst>
              </p:cNvPr>
              <p:cNvSpPr/>
              <p:nvPr/>
            </p:nvSpPr>
            <p:spPr>
              <a:xfrm>
                <a:off x="9963836" y="444104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立方体 284">
                <a:extLst>
                  <a:ext uri="{FF2B5EF4-FFF2-40B4-BE49-F238E27FC236}">
                    <a16:creationId xmlns:a16="http://schemas.microsoft.com/office/drawing/2014/main" id="{E0D9D495-73D0-A215-A705-6F40FCEAB782}"/>
                  </a:ext>
                </a:extLst>
              </p:cNvPr>
              <p:cNvSpPr/>
              <p:nvPr/>
            </p:nvSpPr>
            <p:spPr>
              <a:xfrm>
                <a:off x="10692216" y="109050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" name="立方体 285">
                <a:extLst>
                  <a:ext uri="{FF2B5EF4-FFF2-40B4-BE49-F238E27FC236}">
                    <a16:creationId xmlns:a16="http://schemas.microsoft.com/office/drawing/2014/main" id="{D38F1DC8-7C68-9C5D-14A6-F50A6F0B9A30}"/>
                  </a:ext>
                </a:extLst>
              </p:cNvPr>
              <p:cNvSpPr/>
              <p:nvPr/>
            </p:nvSpPr>
            <p:spPr>
              <a:xfrm>
                <a:off x="10581156" y="220736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" name="立方体 286">
                <a:extLst>
                  <a:ext uri="{FF2B5EF4-FFF2-40B4-BE49-F238E27FC236}">
                    <a16:creationId xmlns:a16="http://schemas.microsoft.com/office/drawing/2014/main" id="{F6B0BA65-8533-EA44-67B7-D7DD586FC079}"/>
                  </a:ext>
                </a:extLst>
              </p:cNvPr>
              <p:cNvSpPr/>
              <p:nvPr/>
            </p:nvSpPr>
            <p:spPr>
              <a:xfrm>
                <a:off x="10470095" y="332418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8" name="立方体 287">
                <a:extLst>
                  <a:ext uri="{FF2B5EF4-FFF2-40B4-BE49-F238E27FC236}">
                    <a16:creationId xmlns:a16="http://schemas.microsoft.com/office/drawing/2014/main" id="{E77EB5C1-3004-AD6A-33B8-BEF799EDD867}"/>
                  </a:ext>
                </a:extLst>
              </p:cNvPr>
              <p:cNvSpPr/>
              <p:nvPr/>
            </p:nvSpPr>
            <p:spPr>
              <a:xfrm>
                <a:off x="10360805" y="444104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" name="立方体 288">
                <a:extLst>
                  <a:ext uri="{FF2B5EF4-FFF2-40B4-BE49-F238E27FC236}">
                    <a16:creationId xmlns:a16="http://schemas.microsoft.com/office/drawing/2014/main" id="{02068064-3E10-5EC7-C78F-B07648F282BE}"/>
                  </a:ext>
                </a:extLst>
              </p:cNvPr>
              <p:cNvSpPr/>
              <p:nvPr/>
            </p:nvSpPr>
            <p:spPr>
              <a:xfrm>
                <a:off x="11083813" y="1220958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0" name="立方体 289">
                <a:extLst>
                  <a:ext uri="{FF2B5EF4-FFF2-40B4-BE49-F238E27FC236}">
                    <a16:creationId xmlns:a16="http://schemas.microsoft.com/office/drawing/2014/main" id="{E017FC4A-9A1C-BFE5-A7E9-23E507EE5659}"/>
                  </a:ext>
                </a:extLst>
              </p:cNvPr>
              <p:cNvSpPr/>
              <p:nvPr/>
            </p:nvSpPr>
            <p:spPr>
              <a:xfrm>
                <a:off x="10972749" y="1332640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" name="立方体 290">
                <a:extLst>
                  <a:ext uri="{FF2B5EF4-FFF2-40B4-BE49-F238E27FC236}">
                    <a16:creationId xmlns:a16="http://schemas.microsoft.com/office/drawing/2014/main" id="{D66BFCF8-A9C4-101A-6FBD-ED4EDEE86354}"/>
                  </a:ext>
                </a:extLst>
              </p:cNvPr>
              <p:cNvSpPr/>
              <p:nvPr/>
            </p:nvSpPr>
            <p:spPr>
              <a:xfrm>
                <a:off x="10861693" y="1444326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2" name="立方体 291">
                <a:extLst>
                  <a:ext uri="{FF2B5EF4-FFF2-40B4-BE49-F238E27FC236}">
                    <a16:creationId xmlns:a16="http://schemas.microsoft.com/office/drawing/2014/main" id="{633778E7-1F36-2537-D36F-A45B0B8EEEB7}"/>
                  </a:ext>
                </a:extLst>
              </p:cNvPr>
              <p:cNvSpPr/>
              <p:nvPr/>
            </p:nvSpPr>
            <p:spPr>
              <a:xfrm>
                <a:off x="10752402" y="1556010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立方体 292">
                <a:extLst>
                  <a:ext uri="{FF2B5EF4-FFF2-40B4-BE49-F238E27FC236}">
                    <a16:creationId xmlns:a16="http://schemas.microsoft.com/office/drawing/2014/main" id="{99A8C490-CEAE-9EE3-043D-E35C450884A2}"/>
                  </a:ext>
                </a:extLst>
              </p:cNvPr>
              <p:cNvSpPr/>
              <p:nvPr/>
            </p:nvSpPr>
            <p:spPr>
              <a:xfrm>
                <a:off x="11088153" y="845988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" name="立方体 293">
                <a:extLst>
                  <a:ext uri="{FF2B5EF4-FFF2-40B4-BE49-F238E27FC236}">
                    <a16:creationId xmlns:a16="http://schemas.microsoft.com/office/drawing/2014/main" id="{13777F9D-075C-1DED-CCB3-E2F32E42F28A}"/>
                  </a:ext>
                </a:extLst>
              </p:cNvPr>
              <p:cNvSpPr/>
              <p:nvPr/>
            </p:nvSpPr>
            <p:spPr>
              <a:xfrm>
                <a:off x="10977096" y="957672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" name="立方体 294">
                <a:extLst>
                  <a:ext uri="{FF2B5EF4-FFF2-40B4-BE49-F238E27FC236}">
                    <a16:creationId xmlns:a16="http://schemas.microsoft.com/office/drawing/2014/main" id="{DC2DB6C1-9968-C0E7-5AD9-74D586F8D0F5}"/>
                  </a:ext>
                </a:extLst>
              </p:cNvPr>
              <p:cNvSpPr/>
              <p:nvPr/>
            </p:nvSpPr>
            <p:spPr>
              <a:xfrm>
                <a:off x="10866037" y="1069356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" name="立方体 295">
                <a:extLst>
                  <a:ext uri="{FF2B5EF4-FFF2-40B4-BE49-F238E27FC236}">
                    <a16:creationId xmlns:a16="http://schemas.microsoft.com/office/drawing/2014/main" id="{0B32186D-4523-071F-00AC-FD78F8110C1C}"/>
                  </a:ext>
                </a:extLst>
              </p:cNvPr>
              <p:cNvSpPr/>
              <p:nvPr/>
            </p:nvSpPr>
            <p:spPr>
              <a:xfrm>
                <a:off x="10756747" y="1181042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" name="立方体 296">
                <a:extLst>
                  <a:ext uri="{FF2B5EF4-FFF2-40B4-BE49-F238E27FC236}">
                    <a16:creationId xmlns:a16="http://schemas.microsoft.com/office/drawing/2014/main" id="{E5937F30-2383-C9D8-2939-BC53DE5FEC5C}"/>
                  </a:ext>
                </a:extLst>
              </p:cNvPr>
              <p:cNvSpPr/>
              <p:nvPr/>
            </p:nvSpPr>
            <p:spPr>
              <a:xfrm>
                <a:off x="11085036" y="476568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8" name="立方体 297">
                <a:extLst>
                  <a:ext uri="{FF2B5EF4-FFF2-40B4-BE49-F238E27FC236}">
                    <a16:creationId xmlns:a16="http://schemas.microsoft.com/office/drawing/2014/main" id="{65ACFCD8-519B-C026-8D8F-2EFA3F2760A0}"/>
                  </a:ext>
                </a:extLst>
              </p:cNvPr>
              <p:cNvSpPr/>
              <p:nvPr/>
            </p:nvSpPr>
            <p:spPr>
              <a:xfrm>
                <a:off x="10973979" y="588250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" name="立方体 298">
                <a:extLst>
                  <a:ext uri="{FF2B5EF4-FFF2-40B4-BE49-F238E27FC236}">
                    <a16:creationId xmlns:a16="http://schemas.microsoft.com/office/drawing/2014/main" id="{C92F61B3-14BE-9111-F82A-566174DC82F7}"/>
                  </a:ext>
                </a:extLst>
              </p:cNvPr>
              <p:cNvSpPr/>
              <p:nvPr/>
            </p:nvSpPr>
            <p:spPr>
              <a:xfrm>
                <a:off x="10862920" y="699936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" name="立方体 299">
                <a:extLst>
                  <a:ext uri="{FF2B5EF4-FFF2-40B4-BE49-F238E27FC236}">
                    <a16:creationId xmlns:a16="http://schemas.microsoft.com/office/drawing/2014/main" id="{FF39295A-A5D1-C212-D3FE-F84AD8707DCB}"/>
                  </a:ext>
                </a:extLst>
              </p:cNvPr>
              <p:cNvSpPr/>
              <p:nvPr/>
            </p:nvSpPr>
            <p:spPr>
              <a:xfrm>
                <a:off x="10753630" y="811618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" name="立方体 300">
                <a:extLst>
                  <a:ext uri="{FF2B5EF4-FFF2-40B4-BE49-F238E27FC236}">
                    <a16:creationId xmlns:a16="http://schemas.microsoft.com/office/drawing/2014/main" id="{884990B1-829C-D02B-A80C-ADA1247D030B}"/>
                  </a:ext>
                </a:extLst>
              </p:cNvPr>
              <p:cNvSpPr/>
              <p:nvPr/>
            </p:nvSpPr>
            <p:spPr>
              <a:xfrm>
                <a:off x="11089383" y="101600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" name="立方体 301">
                <a:extLst>
                  <a:ext uri="{FF2B5EF4-FFF2-40B4-BE49-F238E27FC236}">
                    <a16:creationId xmlns:a16="http://schemas.microsoft.com/office/drawing/2014/main" id="{79A183F2-367E-A1B7-ECF5-53E931BE38DD}"/>
                  </a:ext>
                </a:extLst>
              </p:cNvPr>
              <p:cNvSpPr/>
              <p:nvPr/>
            </p:nvSpPr>
            <p:spPr>
              <a:xfrm>
                <a:off x="10978324" y="213282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3" name="立方体 302">
                <a:extLst>
                  <a:ext uri="{FF2B5EF4-FFF2-40B4-BE49-F238E27FC236}">
                    <a16:creationId xmlns:a16="http://schemas.microsoft.com/office/drawing/2014/main" id="{9E349AE6-766F-9362-4DAB-1CE20813E853}"/>
                  </a:ext>
                </a:extLst>
              </p:cNvPr>
              <p:cNvSpPr/>
              <p:nvPr/>
            </p:nvSpPr>
            <p:spPr>
              <a:xfrm>
                <a:off x="10867263" y="324968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4" name="立方体 303">
                <a:extLst>
                  <a:ext uri="{FF2B5EF4-FFF2-40B4-BE49-F238E27FC236}">
                    <a16:creationId xmlns:a16="http://schemas.microsoft.com/office/drawing/2014/main" id="{E20BD06A-4A1B-4A3E-F2D9-E9D545324765}"/>
                  </a:ext>
                </a:extLst>
              </p:cNvPr>
              <p:cNvSpPr/>
              <p:nvPr/>
            </p:nvSpPr>
            <p:spPr>
              <a:xfrm>
                <a:off x="10757967" y="436654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立方体 304">
                <a:extLst>
                  <a:ext uri="{FF2B5EF4-FFF2-40B4-BE49-F238E27FC236}">
                    <a16:creationId xmlns:a16="http://schemas.microsoft.com/office/drawing/2014/main" id="{A4A78483-F31D-3DAC-9346-63975E16F03E}"/>
                  </a:ext>
                </a:extLst>
              </p:cNvPr>
              <p:cNvSpPr/>
              <p:nvPr/>
            </p:nvSpPr>
            <p:spPr>
              <a:xfrm>
                <a:off x="9022941" y="1689981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立方体 306">
                <a:extLst>
                  <a:ext uri="{FF2B5EF4-FFF2-40B4-BE49-F238E27FC236}">
                    <a16:creationId xmlns:a16="http://schemas.microsoft.com/office/drawing/2014/main" id="{69473590-DB37-E7B9-0431-72BD8D10F5E0}"/>
                  </a:ext>
                </a:extLst>
              </p:cNvPr>
              <p:cNvSpPr/>
              <p:nvPr/>
            </p:nvSpPr>
            <p:spPr>
              <a:xfrm>
                <a:off x="9425218" y="1689981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" name="立方体 307">
                <a:extLst>
                  <a:ext uri="{FF2B5EF4-FFF2-40B4-BE49-F238E27FC236}">
                    <a16:creationId xmlns:a16="http://schemas.microsoft.com/office/drawing/2014/main" id="{3A4BF0E2-9D70-E151-8843-A4D6BF23CAF3}"/>
                  </a:ext>
                </a:extLst>
              </p:cNvPr>
              <p:cNvSpPr/>
              <p:nvPr/>
            </p:nvSpPr>
            <p:spPr>
              <a:xfrm>
                <a:off x="9827498" y="1689981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0" name="立方体 309">
                <a:extLst>
                  <a:ext uri="{FF2B5EF4-FFF2-40B4-BE49-F238E27FC236}">
                    <a16:creationId xmlns:a16="http://schemas.microsoft.com/office/drawing/2014/main" id="{1A73B7B6-994F-3FDB-FD04-689D24473C4A}"/>
                  </a:ext>
                </a:extLst>
              </p:cNvPr>
              <p:cNvSpPr/>
              <p:nvPr/>
            </p:nvSpPr>
            <p:spPr>
              <a:xfrm>
                <a:off x="9024712" y="1303871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1" name="立方体 310">
                <a:extLst>
                  <a:ext uri="{FF2B5EF4-FFF2-40B4-BE49-F238E27FC236}">
                    <a16:creationId xmlns:a16="http://schemas.microsoft.com/office/drawing/2014/main" id="{2824FEFD-9D6F-5C40-F767-6A37322EAF6E}"/>
                  </a:ext>
                </a:extLst>
              </p:cNvPr>
              <p:cNvSpPr/>
              <p:nvPr/>
            </p:nvSpPr>
            <p:spPr>
              <a:xfrm>
                <a:off x="9426987" y="1303871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立方体 312">
                <a:extLst>
                  <a:ext uri="{FF2B5EF4-FFF2-40B4-BE49-F238E27FC236}">
                    <a16:creationId xmlns:a16="http://schemas.microsoft.com/office/drawing/2014/main" id="{223D9B7A-35A5-7BFB-4DDD-28F18C97FC6E}"/>
                  </a:ext>
                </a:extLst>
              </p:cNvPr>
              <p:cNvSpPr/>
              <p:nvPr/>
            </p:nvSpPr>
            <p:spPr>
              <a:xfrm>
                <a:off x="9829265" y="1303871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" name="立方体 313">
                <a:extLst>
                  <a:ext uri="{FF2B5EF4-FFF2-40B4-BE49-F238E27FC236}">
                    <a16:creationId xmlns:a16="http://schemas.microsoft.com/office/drawing/2014/main" id="{773C0921-7F37-EEE0-1D5C-A2517A117CD8}"/>
                  </a:ext>
                </a:extLst>
              </p:cNvPr>
              <p:cNvSpPr/>
              <p:nvPr/>
            </p:nvSpPr>
            <p:spPr>
              <a:xfrm>
                <a:off x="9024712" y="953043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6" name="立方体 315">
                <a:extLst>
                  <a:ext uri="{FF2B5EF4-FFF2-40B4-BE49-F238E27FC236}">
                    <a16:creationId xmlns:a16="http://schemas.microsoft.com/office/drawing/2014/main" id="{D6046706-3BED-7D1C-0A96-B85A11B67D06}"/>
                  </a:ext>
                </a:extLst>
              </p:cNvPr>
              <p:cNvSpPr/>
              <p:nvPr/>
            </p:nvSpPr>
            <p:spPr>
              <a:xfrm>
                <a:off x="9426987" y="953043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立方体 316">
                <a:extLst>
                  <a:ext uri="{FF2B5EF4-FFF2-40B4-BE49-F238E27FC236}">
                    <a16:creationId xmlns:a16="http://schemas.microsoft.com/office/drawing/2014/main" id="{40292675-957A-46F5-102A-E9BEE23E6F3D}"/>
                  </a:ext>
                </a:extLst>
              </p:cNvPr>
              <p:cNvSpPr/>
              <p:nvPr/>
            </p:nvSpPr>
            <p:spPr>
              <a:xfrm>
                <a:off x="9829265" y="953043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立方体 318">
                <a:extLst>
                  <a:ext uri="{FF2B5EF4-FFF2-40B4-BE49-F238E27FC236}">
                    <a16:creationId xmlns:a16="http://schemas.microsoft.com/office/drawing/2014/main" id="{86442F9A-C45A-1B53-C237-5D86D511126C}"/>
                  </a:ext>
                </a:extLst>
              </p:cNvPr>
              <p:cNvSpPr/>
              <p:nvPr/>
            </p:nvSpPr>
            <p:spPr>
              <a:xfrm>
                <a:off x="10213780" y="1689981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9" name="立方体 708">
                <a:extLst>
                  <a:ext uri="{FF2B5EF4-FFF2-40B4-BE49-F238E27FC236}">
                    <a16:creationId xmlns:a16="http://schemas.microsoft.com/office/drawing/2014/main" id="{85165EA0-8F15-9802-3CB5-10C2A521B857}"/>
                  </a:ext>
                </a:extLst>
              </p:cNvPr>
              <p:cNvSpPr/>
              <p:nvPr/>
            </p:nvSpPr>
            <p:spPr>
              <a:xfrm>
                <a:off x="10214459" y="1332647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0" name="立方体 709">
                <a:extLst>
                  <a:ext uri="{FF2B5EF4-FFF2-40B4-BE49-F238E27FC236}">
                    <a16:creationId xmlns:a16="http://schemas.microsoft.com/office/drawing/2014/main" id="{72BA3FC2-AEA5-B2D6-7CB8-B3801B636674}"/>
                  </a:ext>
                </a:extLst>
              </p:cNvPr>
              <p:cNvSpPr/>
              <p:nvPr/>
            </p:nvSpPr>
            <p:spPr>
              <a:xfrm>
                <a:off x="10226236" y="953043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2" name="立方体 711">
                <a:extLst>
                  <a:ext uri="{FF2B5EF4-FFF2-40B4-BE49-F238E27FC236}">
                    <a16:creationId xmlns:a16="http://schemas.microsoft.com/office/drawing/2014/main" id="{0CA834C0-99DE-51C4-720B-B2DF006F6FB9}"/>
                  </a:ext>
                </a:extLst>
              </p:cNvPr>
              <p:cNvSpPr/>
              <p:nvPr/>
            </p:nvSpPr>
            <p:spPr>
              <a:xfrm>
                <a:off x="9024350" y="578073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3" name="立方体 712">
                <a:extLst>
                  <a:ext uri="{FF2B5EF4-FFF2-40B4-BE49-F238E27FC236}">
                    <a16:creationId xmlns:a16="http://schemas.microsoft.com/office/drawing/2014/main" id="{9E979759-F234-8E99-17E7-FF65F5AE510A}"/>
                  </a:ext>
                </a:extLst>
              </p:cNvPr>
              <p:cNvSpPr/>
              <p:nvPr/>
            </p:nvSpPr>
            <p:spPr>
              <a:xfrm>
                <a:off x="9426628" y="578073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5" name="立方体 714">
                <a:extLst>
                  <a:ext uri="{FF2B5EF4-FFF2-40B4-BE49-F238E27FC236}">
                    <a16:creationId xmlns:a16="http://schemas.microsoft.com/office/drawing/2014/main" id="{464D7853-F751-057B-9A39-8569C6E9F0B6}"/>
                  </a:ext>
                </a:extLst>
              </p:cNvPr>
              <p:cNvSpPr/>
              <p:nvPr/>
            </p:nvSpPr>
            <p:spPr>
              <a:xfrm>
                <a:off x="9828910" y="578073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6" name="立方体 715">
                <a:extLst>
                  <a:ext uri="{FF2B5EF4-FFF2-40B4-BE49-F238E27FC236}">
                    <a16:creationId xmlns:a16="http://schemas.microsoft.com/office/drawing/2014/main" id="{3E30F0F3-0A50-0FAE-76D7-985E1B0AB05A}"/>
                  </a:ext>
                </a:extLst>
              </p:cNvPr>
              <p:cNvSpPr/>
              <p:nvPr/>
            </p:nvSpPr>
            <p:spPr>
              <a:xfrm>
                <a:off x="10225881" y="578073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8" name="立方体 717">
                <a:extLst>
                  <a:ext uri="{FF2B5EF4-FFF2-40B4-BE49-F238E27FC236}">
                    <a16:creationId xmlns:a16="http://schemas.microsoft.com/office/drawing/2014/main" id="{B6E9A44B-05F1-407D-266A-11FA6DB58647}"/>
                  </a:ext>
                </a:extLst>
              </p:cNvPr>
              <p:cNvSpPr/>
              <p:nvPr/>
            </p:nvSpPr>
            <p:spPr>
              <a:xfrm>
                <a:off x="10617474" y="1689981"/>
                <a:ext cx="513337" cy="491290"/>
              </a:xfrm>
              <a:prstGeom prst="cub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0" name="立方体 719">
                <a:extLst>
                  <a:ext uri="{FF2B5EF4-FFF2-40B4-BE49-F238E27FC236}">
                    <a16:creationId xmlns:a16="http://schemas.microsoft.com/office/drawing/2014/main" id="{EC3A5B61-CD58-6672-0C58-62C64544AE47}"/>
                  </a:ext>
                </a:extLst>
              </p:cNvPr>
              <p:cNvSpPr/>
              <p:nvPr/>
            </p:nvSpPr>
            <p:spPr>
              <a:xfrm>
                <a:off x="10621821" y="1315006"/>
                <a:ext cx="513337" cy="491290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1" name="立方体 720">
                <a:extLst>
                  <a:ext uri="{FF2B5EF4-FFF2-40B4-BE49-F238E27FC236}">
                    <a16:creationId xmlns:a16="http://schemas.microsoft.com/office/drawing/2014/main" id="{455A8BDB-FD02-CA97-62A8-3011FA7F3C87}"/>
                  </a:ext>
                </a:extLst>
              </p:cNvPr>
              <p:cNvSpPr/>
              <p:nvPr/>
            </p:nvSpPr>
            <p:spPr>
              <a:xfrm>
                <a:off x="10618699" y="945586"/>
                <a:ext cx="513337" cy="491290"/>
              </a:xfrm>
              <a:prstGeom prst="cube">
                <a:avLst/>
              </a:prstGeom>
              <a:solidFill>
                <a:srgbClr val="F1EF8F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3" name="立方体 722">
                <a:extLst>
                  <a:ext uri="{FF2B5EF4-FFF2-40B4-BE49-F238E27FC236}">
                    <a16:creationId xmlns:a16="http://schemas.microsoft.com/office/drawing/2014/main" id="{F79EB3BC-0A03-6E45-347C-86086DA35EE2}"/>
                  </a:ext>
                </a:extLst>
              </p:cNvPr>
              <p:cNvSpPr/>
              <p:nvPr/>
            </p:nvSpPr>
            <p:spPr>
              <a:xfrm>
                <a:off x="10623042" y="570611"/>
                <a:ext cx="513337" cy="491290"/>
              </a:xfrm>
              <a:prstGeom prst="cube">
                <a:avLst/>
              </a:prstGeom>
              <a:solidFill>
                <a:srgbClr val="DAE3A7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732" name="直接箭头连接符 731">
              <a:extLst>
                <a:ext uri="{FF2B5EF4-FFF2-40B4-BE49-F238E27FC236}">
                  <a16:creationId xmlns:a16="http://schemas.microsoft.com/office/drawing/2014/main" id="{EAB28381-B99F-5333-C4BB-3628A70CCC8B}"/>
                </a:ext>
              </a:extLst>
            </p:cNvPr>
            <p:cNvCxnSpPr>
              <a:cxnSpLocks/>
            </p:cNvCxnSpPr>
            <p:nvPr/>
          </p:nvCxnSpPr>
          <p:spPr>
            <a:xfrm>
              <a:off x="8054975" y="1587190"/>
              <a:ext cx="279400" cy="55313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4" name="直接箭头连接符 733">
              <a:extLst>
                <a:ext uri="{FF2B5EF4-FFF2-40B4-BE49-F238E27FC236}">
                  <a16:creationId xmlns:a16="http://schemas.microsoft.com/office/drawing/2014/main" id="{7D97B013-CB0B-5338-5E78-B9EF4F7C7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8000" y="2832100"/>
              <a:ext cx="228600" cy="55647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9" name="文本框 738">
                  <a:extLst>
                    <a:ext uri="{FF2B5EF4-FFF2-40B4-BE49-F238E27FC236}">
                      <a16:creationId xmlns:a16="http://schemas.microsoft.com/office/drawing/2014/main" id="{4D68789C-E965-01D5-5817-36F9C7438B45}"/>
                    </a:ext>
                  </a:extLst>
                </p:cNvPr>
                <p:cNvSpPr txBox="1"/>
                <p:nvPr/>
              </p:nvSpPr>
              <p:spPr>
                <a:xfrm>
                  <a:off x="7099659" y="2143226"/>
                  <a:ext cx="1183304" cy="3409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en-US" sz="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zh-CN" altLang="en-US" sz="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𝑢𝑡</m:t>
                        </m:r>
                        <m:r>
                          <a:rPr lang="en-US" altLang="zh-CN" sz="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7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sz="7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local</m:t>
                                    </m:r>
                                  </m:sub>
                                </m:sSub>
                                <m:r>
                                  <a:rPr lang="en-US" altLang="zh-CN" sz="7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global</m:t>
                                    </m:r>
                                  </m:sub>
                                </m:sSub>
                                <m:r>
                                  <a:rPr lang="en-US" altLang="zh-CN" sz="7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en-US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7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hf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zh-CN" sz="700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endParaRPr lang="zh-CN" altLang="zh-CN" sz="7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39" name="文本框 738">
                  <a:extLst>
                    <a:ext uri="{FF2B5EF4-FFF2-40B4-BE49-F238E27FC236}">
                      <a16:creationId xmlns:a16="http://schemas.microsoft.com/office/drawing/2014/main" id="{4D68789C-E965-01D5-5817-36F9C7438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9659" y="2143226"/>
                  <a:ext cx="1183304" cy="34099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4" name="立方体 743">
              <a:extLst>
                <a:ext uri="{FF2B5EF4-FFF2-40B4-BE49-F238E27FC236}">
                  <a16:creationId xmlns:a16="http://schemas.microsoft.com/office/drawing/2014/main" id="{3CED2995-0F13-E173-32C9-C6C98B6F7CB3}"/>
                </a:ext>
              </a:extLst>
            </p:cNvPr>
            <p:cNvSpPr/>
            <p:nvPr/>
          </p:nvSpPr>
          <p:spPr>
            <a:xfrm>
              <a:off x="2483798" y="2429192"/>
              <a:ext cx="4387919" cy="323064"/>
            </a:xfrm>
            <a:prstGeom prst="cube">
              <a:avLst>
                <a:gd name="adj" fmla="val 26681"/>
              </a:avLst>
            </a:prstGeom>
            <a:solidFill>
              <a:schemeClr val="tx2">
                <a:lumMod val="10000"/>
                <a:lumOff val="90000"/>
                <a:alpha val="67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4" name="直接箭头连接符 753">
              <a:extLst>
                <a:ext uri="{FF2B5EF4-FFF2-40B4-BE49-F238E27FC236}">
                  <a16:creationId xmlns:a16="http://schemas.microsoft.com/office/drawing/2014/main" id="{9DFDDFC9-3533-CC05-7B5F-1560FB5EEA26}"/>
                </a:ext>
              </a:extLst>
            </p:cNvPr>
            <p:cNvCxnSpPr>
              <a:stCxn id="92" idx="5"/>
              <a:endCxn id="744" idx="2"/>
            </p:cNvCxnSpPr>
            <p:nvPr/>
          </p:nvCxnSpPr>
          <p:spPr>
            <a:xfrm>
              <a:off x="1832958" y="2511217"/>
              <a:ext cx="650840" cy="12260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直接箭头连接符 755">
              <a:extLst>
                <a:ext uri="{FF2B5EF4-FFF2-40B4-BE49-F238E27FC236}">
                  <a16:creationId xmlns:a16="http://schemas.microsoft.com/office/drawing/2014/main" id="{6B17732E-D41E-5919-F300-3C0F1A75B274}"/>
                </a:ext>
              </a:extLst>
            </p:cNvPr>
            <p:cNvCxnSpPr>
              <a:stCxn id="744" idx="5"/>
            </p:cNvCxnSpPr>
            <p:nvPr/>
          </p:nvCxnSpPr>
          <p:spPr>
            <a:xfrm flipV="1">
              <a:off x="6871717" y="2540000"/>
              <a:ext cx="1154683" cy="762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5" name="文本框 804">
              <a:extLst>
                <a:ext uri="{FF2B5EF4-FFF2-40B4-BE49-F238E27FC236}">
                  <a16:creationId xmlns:a16="http://schemas.microsoft.com/office/drawing/2014/main" id="{E8B411D4-1AD4-DE42-2F4D-30FEBD621026}"/>
                </a:ext>
              </a:extLst>
            </p:cNvPr>
            <p:cNvSpPr txBox="1"/>
            <p:nvPr/>
          </p:nvSpPr>
          <p:spPr>
            <a:xfrm>
              <a:off x="9088261" y="832766"/>
              <a:ext cx="390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5" name="平行四边形 814">
              <a:extLst>
                <a:ext uri="{FF2B5EF4-FFF2-40B4-BE49-F238E27FC236}">
                  <a16:creationId xmlns:a16="http://schemas.microsoft.com/office/drawing/2014/main" id="{5341D4E3-8444-55E6-E063-4A41224028C9}"/>
                </a:ext>
              </a:extLst>
            </p:cNvPr>
            <p:cNvSpPr/>
            <p:nvPr/>
          </p:nvSpPr>
          <p:spPr>
            <a:xfrm rot="20081639">
              <a:off x="8981131" y="1035006"/>
              <a:ext cx="725123" cy="418765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1" name="平行四边形 820">
              <a:extLst>
                <a:ext uri="{FF2B5EF4-FFF2-40B4-BE49-F238E27FC236}">
                  <a16:creationId xmlns:a16="http://schemas.microsoft.com/office/drawing/2014/main" id="{3AB39EB1-215F-93F2-4028-1D1D219AE98D}"/>
                </a:ext>
              </a:extLst>
            </p:cNvPr>
            <p:cNvSpPr/>
            <p:nvPr/>
          </p:nvSpPr>
          <p:spPr>
            <a:xfrm rot="20081639">
              <a:off x="9044991" y="1125358"/>
              <a:ext cx="725123" cy="418765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2" name="平行四边形 821">
              <a:extLst>
                <a:ext uri="{FF2B5EF4-FFF2-40B4-BE49-F238E27FC236}">
                  <a16:creationId xmlns:a16="http://schemas.microsoft.com/office/drawing/2014/main" id="{57CEECA9-8022-01F3-15A2-E1446A2BB41F}"/>
                </a:ext>
              </a:extLst>
            </p:cNvPr>
            <p:cNvSpPr/>
            <p:nvPr/>
          </p:nvSpPr>
          <p:spPr>
            <a:xfrm rot="20081639">
              <a:off x="9125509" y="1240607"/>
              <a:ext cx="725123" cy="418765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6" name="椭圆 825">
              <a:extLst>
                <a:ext uri="{FF2B5EF4-FFF2-40B4-BE49-F238E27FC236}">
                  <a16:creationId xmlns:a16="http://schemas.microsoft.com/office/drawing/2014/main" id="{12757408-B8ED-39F0-B18C-0C66FC785EA8}"/>
                </a:ext>
              </a:extLst>
            </p:cNvPr>
            <p:cNvSpPr/>
            <p:nvPr/>
          </p:nvSpPr>
          <p:spPr>
            <a:xfrm>
              <a:off x="9635096" y="1794632"/>
              <a:ext cx="130175" cy="12242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0" name="直接箭头连接符 829">
              <a:extLst>
                <a:ext uri="{FF2B5EF4-FFF2-40B4-BE49-F238E27FC236}">
                  <a16:creationId xmlns:a16="http://schemas.microsoft.com/office/drawing/2014/main" id="{B8C6D822-7969-FE41-FAE3-BFECDD55013C}"/>
                </a:ext>
              </a:extLst>
            </p:cNvPr>
            <p:cNvCxnSpPr>
              <a:cxnSpLocks/>
              <a:endCxn id="826" idx="0"/>
            </p:cNvCxnSpPr>
            <p:nvPr/>
          </p:nvCxnSpPr>
          <p:spPr>
            <a:xfrm>
              <a:off x="9700184" y="1595175"/>
              <a:ext cx="0" cy="19945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5" name="文本框 834">
              <a:extLst>
                <a:ext uri="{FF2B5EF4-FFF2-40B4-BE49-F238E27FC236}">
                  <a16:creationId xmlns:a16="http://schemas.microsoft.com/office/drawing/2014/main" id="{BB3EFACC-E79E-5680-B5ED-94F762981016}"/>
                </a:ext>
              </a:extLst>
            </p:cNvPr>
            <p:cNvSpPr txBox="1"/>
            <p:nvPr/>
          </p:nvSpPr>
          <p:spPr>
            <a:xfrm>
              <a:off x="9569217" y="1675839"/>
              <a:ext cx="1412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37" name="直接箭头连接符 836">
              <a:extLst>
                <a:ext uri="{FF2B5EF4-FFF2-40B4-BE49-F238E27FC236}">
                  <a16:creationId xmlns:a16="http://schemas.microsoft.com/office/drawing/2014/main" id="{3DBCBA85-2354-080C-FC1A-641D2976252A}"/>
                </a:ext>
              </a:extLst>
            </p:cNvPr>
            <p:cNvCxnSpPr>
              <a:stCxn id="826" idx="4"/>
            </p:cNvCxnSpPr>
            <p:nvPr/>
          </p:nvCxnSpPr>
          <p:spPr>
            <a:xfrm flipH="1">
              <a:off x="9700183" y="1917055"/>
              <a:ext cx="1" cy="15221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0" name="组合 849">
              <a:extLst>
                <a:ext uri="{FF2B5EF4-FFF2-40B4-BE49-F238E27FC236}">
                  <a16:creationId xmlns:a16="http://schemas.microsoft.com/office/drawing/2014/main" id="{F0DAEBE9-FF7C-0F69-F3D7-30E2A87DCED2}"/>
                </a:ext>
              </a:extLst>
            </p:cNvPr>
            <p:cNvGrpSpPr/>
            <p:nvPr/>
          </p:nvGrpSpPr>
          <p:grpSpPr>
            <a:xfrm>
              <a:off x="10559110" y="3376581"/>
              <a:ext cx="456988" cy="428440"/>
              <a:chOff x="10792037" y="2148222"/>
              <a:chExt cx="436848" cy="397156"/>
            </a:xfrm>
          </p:grpSpPr>
          <p:sp>
            <p:nvSpPr>
              <p:cNvPr id="841" name="矩形 840">
                <a:extLst>
                  <a:ext uri="{FF2B5EF4-FFF2-40B4-BE49-F238E27FC236}">
                    <a16:creationId xmlns:a16="http://schemas.microsoft.com/office/drawing/2014/main" id="{095F2594-81CB-63C1-F156-8D8B22D84D76}"/>
                  </a:ext>
                </a:extLst>
              </p:cNvPr>
              <p:cNvSpPr/>
              <p:nvPr/>
            </p:nvSpPr>
            <p:spPr>
              <a:xfrm>
                <a:off x="10792037" y="2148222"/>
                <a:ext cx="145399" cy="1326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2" name="矩形 841">
                <a:extLst>
                  <a:ext uri="{FF2B5EF4-FFF2-40B4-BE49-F238E27FC236}">
                    <a16:creationId xmlns:a16="http://schemas.microsoft.com/office/drawing/2014/main" id="{8990DCD8-F299-5ABF-3A22-CB32A32372E9}"/>
                  </a:ext>
                </a:extLst>
              </p:cNvPr>
              <p:cNvSpPr/>
              <p:nvPr/>
            </p:nvSpPr>
            <p:spPr>
              <a:xfrm>
                <a:off x="10937436" y="2148222"/>
                <a:ext cx="145399" cy="132697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3" name="矩形 842">
                <a:extLst>
                  <a:ext uri="{FF2B5EF4-FFF2-40B4-BE49-F238E27FC236}">
                    <a16:creationId xmlns:a16="http://schemas.microsoft.com/office/drawing/2014/main" id="{0D681B33-FCE2-C183-29A8-E1157E4799C4}"/>
                  </a:ext>
                </a:extLst>
              </p:cNvPr>
              <p:cNvSpPr/>
              <p:nvPr/>
            </p:nvSpPr>
            <p:spPr>
              <a:xfrm>
                <a:off x="11081899" y="2148222"/>
                <a:ext cx="145399" cy="132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4" name="矩形 843">
                <a:extLst>
                  <a:ext uri="{FF2B5EF4-FFF2-40B4-BE49-F238E27FC236}">
                    <a16:creationId xmlns:a16="http://schemas.microsoft.com/office/drawing/2014/main" id="{20856700-0D98-F825-4C04-BC652D974226}"/>
                  </a:ext>
                </a:extLst>
              </p:cNvPr>
              <p:cNvSpPr/>
              <p:nvPr/>
            </p:nvSpPr>
            <p:spPr>
              <a:xfrm>
                <a:off x="10792037" y="2280919"/>
                <a:ext cx="145399" cy="1326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5" name="矩形 844">
                <a:extLst>
                  <a:ext uri="{FF2B5EF4-FFF2-40B4-BE49-F238E27FC236}">
                    <a16:creationId xmlns:a16="http://schemas.microsoft.com/office/drawing/2014/main" id="{71B5DF4D-43F5-DE21-8177-F74914FC3E18}"/>
                  </a:ext>
                </a:extLst>
              </p:cNvPr>
              <p:cNvSpPr/>
              <p:nvPr/>
            </p:nvSpPr>
            <p:spPr>
              <a:xfrm>
                <a:off x="10937436" y="2280919"/>
                <a:ext cx="145399" cy="1326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6" name="矩形 845">
                <a:extLst>
                  <a:ext uri="{FF2B5EF4-FFF2-40B4-BE49-F238E27FC236}">
                    <a16:creationId xmlns:a16="http://schemas.microsoft.com/office/drawing/2014/main" id="{EFE493A2-5169-AFF4-9B41-CE5D8A1B79B4}"/>
                  </a:ext>
                </a:extLst>
              </p:cNvPr>
              <p:cNvSpPr/>
              <p:nvPr/>
            </p:nvSpPr>
            <p:spPr>
              <a:xfrm>
                <a:off x="11083486" y="2280919"/>
                <a:ext cx="145399" cy="132697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7" name="矩形 846">
                <a:extLst>
                  <a:ext uri="{FF2B5EF4-FFF2-40B4-BE49-F238E27FC236}">
                    <a16:creationId xmlns:a16="http://schemas.microsoft.com/office/drawing/2014/main" id="{D0960D61-C050-9D5C-5EEA-2EFDC7A383D3}"/>
                  </a:ext>
                </a:extLst>
              </p:cNvPr>
              <p:cNvSpPr/>
              <p:nvPr/>
            </p:nvSpPr>
            <p:spPr>
              <a:xfrm>
                <a:off x="10792037" y="2412681"/>
                <a:ext cx="145399" cy="1326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8" name="矩形 847">
                <a:extLst>
                  <a:ext uri="{FF2B5EF4-FFF2-40B4-BE49-F238E27FC236}">
                    <a16:creationId xmlns:a16="http://schemas.microsoft.com/office/drawing/2014/main" id="{8801A23A-E74E-4ABE-C306-BCF16EAB3737}"/>
                  </a:ext>
                </a:extLst>
              </p:cNvPr>
              <p:cNvSpPr/>
              <p:nvPr/>
            </p:nvSpPr>
            <p:spPr>
              <a:xfrm>
                <a:off x="10936500" y="2412681"/>
                <a:ext cx="145399" cy="1326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9" name="矩形 848">
                <a:extLst>
                  <a:ext uri="{FF2B5EF4-FFF2-40B4-BE49-F238E27FC236}">
                    <a16:creationId xmlns:a16="http://schemas.microsoft.com/office/drawing/2014/main" id="{EFA641D4-90EE-CBF4-EBBC-988165D8CF71}"/>
                  </a:ext>
                </a:extLst>
              </p:cNvPr>
              <p:cNvSpPr/>
              <p:nvPr/>
            </p:nvSpPr>
            <p:spPr>
              <a:xfrm>
                <a:off x="11083486" y="2412681"/>
                <a:ext cx="145399" cy="132697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67" name="文本框 866">
              <a:extLst>
                <a:ext uri="{FF2B5EF4-FFF2-40B4-BE49-F238E27FC236}">
                  <a16:creationId xmlns:a16="http://schemas.microsoft.com/office/drawing/2014/main" id="{31482FCD-2D82-ABD1-AFA2-AA32BDEBDB7A}"/>
                </a:ext>
              </a:extLst>
            </p:cNvPr>
            <p:cNvSpPr txBox="1"/>
            <p:nvPr/>
          </p:nvSpPr>
          <p:spPr>
            <a:xfrm>
              <a:off x="10952443" y="3391088"/>
              <a:ext cx="476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7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Priority Sorting</a:t>
              </a:r>
              <a:endParaRPr lang="zh-CN" alt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4" name="矩形: 圆角 883">
              <a:extLst>
                <a:ext uri="{FF2B5EF4-FFF2-40B4-BE49-F238E27FC236}">
                  <a16:creationId xmlns:a16="http://schemas.microsoft.com/office/drawing/2014/main" id="{F9658288-0036-A2DF-BEC2-2F6407E1D38C}"/>
                </a:ext>
              </a:extLst>
            </p:cNvPr>
            <p:cNvSpPr/>
            <p:nvPr/>
          </p:nvSpPr>
          <p:spPr>
            <a:xfrm>
              <a:off x="9202001" y="3827661"/>
              <a:ext cx="592202" cy="38183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5" name="文本框 884">
              <a:extLst>
                <a:ext uri="{FF2B5EF4-FFF2-40B4-BE49-F238E27FC236}">
                  <a16:creationId xmlns:a16="http://schemas.microsoft.com/office/drawing/2014/main" id="{74D5F863-0180-6ACF-C229-EFBD1BF4BF74}"/>
                </a:ext>
              </a:extLst>
            </p:cNvPr>
            <p:cNvSpPr txBox="1"/>
            <p:nvPr/>
          </p:nvSpPr>
          <p:spPr>
            <a:xfrm>
              <a:off x="9123602" y="3822434"/>
              <a:ext cx="7419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Selective Scan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14" name="组合 913">
              <a:extLst>
                <a:ext uri="{FF2B5EF4-FFF2-40B4-BE49-F238E27FC236}">
                  <a16:creationId xmlns:a16="http://schemas.microsoft.com/office/drawing/2014/main" id="{DDC4B695-2D64-8236-BFF7-B2563764A0B1}"/>
                </a:ext>
              </a:extLst>
            </p:cNvPr>
            <p:cNvGrpSpPr/>
            <p:nvPr/>
          </p:nvGrpSpPr>
          <p:grpSpPr>
            <a:xfrm>
              <a:off x="10364365" y="4202841"/>
              <a:ext cx="460857" cy="426179"/>
              <a:chOff x="10297329" y="3889482"/>
              <a:chExt cx="460857" cy="426179"/>
            </a:xfrm>
          </p:grpSpPr>
          <p:sp>
            <p:nvSpPr>
              <p:cNvPr id="903" name="矩形 902">
                <a:extLst>
                  <a:ext uri="{FF2B5EF4-FFF2-40B4-BE49-F238E27FC236}">
                    <a16:creationId xmlns:a16="http://schemas.microsoft.com/office/drawing/2014/main" id="{375E7BCD-EC99-760E-13D0-76561619CFEF}"/>
                  </a:ext>
                </a:extLst>
              </p:cNvPr>
              <p:cNvSpPr/>
              <p:nvPr/>
            </p:nvSpPr>
            <p:spPr>
              <a:xfrm>
                <a:off x="10297329" y="3889482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AD15A29A-DC6D-721B-7E04-4F117F182839}"/>
                  </a:ext>
                </a:extLst>
              </p:cNvPr>
              <p:cNvSpPr/>
              <p:nvPr/>
            </p:nvSpPr>
            <p:spPr>
              <a:xfrm>
                <a:off x="10449431" y="3889482"/>
                <a:ext cx="152102" cy="1431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0FB32A4D-241A-21F6-3891-E822D3F63C1E}"/>
                  </a:ext>
                </a:extLst>
              </p:cNvPr>
              <p:cNvSpPr/>
              <p:nvPr/>
            </p:nvSpPr>
            <p:spPr>
              <a:xfrm>
                <a:off x="10606084" y="3889482"/>
                <a:ext cx="152102" cy="14315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DC730A2F-3D45-0388-9762-0F3F92927070}"/>
                  </a:ext>
                </a:extLst>
              </p:cNvPr>
              <p:cNvSpPr/>
              <p:nvPr/>
            </p:nvSpPr>
            <p:spPr>
              <a:xfrm>
                <a:off x="10297329" y="4029361"/>
                <a:ext cx="152102" cy="14315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7" name="矩形 906">
                <a:extLst>
                  <a:ext uri="{FF2B5EF4-FFF2-40B4-BE49-F238E27FC236}">
                    <a16:creationId xmlns:a16="http://schemas.microsoft.com/office/drawing/2014/main" id="{E65424F1-BD40-9330-8D45-5105DB39CA75}"/>
                  </a:ext>
                </a:extLst>
              </p:cNvPr>
              <p:cNvSpPr/>
              <p:nvPr/>
            </p:nvSpPr>
            <p:spPr>
              <a:xfrm>
                <a:off x="10449431" y="4029361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8" name="矩形 907">
                <a:extLst>
                  <a:ext uri="{FF2B5EF4-FFF2-40B4-BE49-F238E27FC236}">
                    <a16:creationId xmlns:a16="http://schemas.microsoft.com/office/drawing/2014/main" id="{42D9199C-6E30-E7B5-7117-60BF82222F36}"/>
                  </a:ext>
                </a:extLst>
              </p:cNvPr>
              <p:cNvSpPr/>
              <p:nvPr/>
            </p:nvSpPr>
            <p:spPr>
              <a:xfrm>
                <a:off x="10606084" y="4029361"/>
                <a:ext cx="152102" cy="1431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9" name="矩形 908">
                <a:extLst>
                  <a:ext uri="{FF2B5EF4-FFF2-40B4-BE49-F238E27FC236}">
                    <a16:creationId xmlns:a16="http://schemas.microsoft.com/office/drawing/2014/main" id="{2B1AF7A6-A8C7-D944-85FF-3ADDCDF8EE62}"/>
                  </a:ext>
                </a:extLst>
              </p:cNvPr>
              <p:cNvSpPr/>
              <p:nvPr/>
            </p:nvSpPr>
            <p:spPr>
              <a:xfrm>
                <a:off x="10297329" y="4172511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0" name="矩形 909">
                <a:extLst>
                  <a:ext uri="{FF2B5EF4-FFF2-40B4-BE49-F238E27FC236}">
                    <a16:creationId xmlns:a16="http://schemas.microsoft.com/office/drawing/2014/main" id="{220213D2-2D91-5A1C-C677-8C358FD31D2F}"/>
                  </a:ext>
                </a:extLst>
              </p:cNvPr>
              <p:cNvSpPr/>
              <p:nvPr/>
            </p:nvSpPr>
            <p:spPr>
              <a:xfrm>
                <a:off x="10449431" y="4172511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1" name="矩形 910">
                <a:extLst>
                  <a:ext uri="{FF2B5EF4-FFF2-40B4-BE49-F238E27FC236}">
                    <a16:creationId xmlns:a16="http://schemas.microsoft.com/office/drawing/2014/main" id="{918F3F98-59F7-2D3D-EDC5-047B7820C910}"/>
                  </a:ext>
                </a:extLst>
              </p:cNvPr>
              <p:cNvSpPr/>
              <p:nvPr/>
            </p:nvSpPr>
            <p:spPr>
              <a:xfrm>
                <a:off x="10606084" y="4172511"/>
                <a:ext cx="152102" cy="1431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37" name="直接箭头连接符 936">
              <a:extLst>
                <a:ext uri="{FF2B5EF4-FFF2-40B4-BE49-F238E27FC236}">
                  <a16:creationId xmlns:a16="http://schemas.microsoft.com/office/drawing/2014/main" id="{47E7BE01-4BDD-1BAE-5701-24F6F40456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5343" y="3473061"/>
              <a:ext cx="155686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5" name="矩形: 圆角 944">
              <a:extLst>
                <a:ext uri="{FF2B5EF4-FFF2-40B4-BE49-F238E27FC236}">
                  <a16:creationId xmlns:a16="http://schemas.microsoft.com/office/drawing/2014/main" id="{83A6E55F-A1DE-584E-0234-3B75BE125AFD}"/>
                </a:ext>
              </a:extLst>
            </p:cNvPr>
            <p:cNvSpPr/>
            <p:nvPr/>
          </p:nvSpPr>
          <p:spPr>
            <a:xfrm rot="5400000">
              <a:off x="10617122" y="2044320"/>
              <a:ext cx="316176" cy="624454"/>
            </a:xfrm>
            <a:prstGeom prst="roundRect">
              <a:avLst/>
            </a:prstGeom>
            <a:solidFill>
              <a:srgbClr val="D2F9C3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6" name="文本框 945">
              <a:extLst>
                <a:ext uri="{FF2B5EF4-FFF2-40B4-BE49-F238E27FC236}">
                  <a16:creationId xmlns:a16="http://schemas.microsoft.com/office/drawing/2014/main" id="{425BECF0-5361-D09F-1589-03F99F67EC8C}"/>
                </a:ext>
              </a:extLst>
            </p:cNvPr>
            <p:cNvSpPr txBox="1"/>
            <p:nvPr/>
          </p:nvSpPr>
          <p:spPr>
            <a:xfrm>
              <a:off x="10418618" y="2216357"/>
              <a:ext cx="7738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1×1 Conv</a:t>
              </a:r>
              <a:endParaRPr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8" name="矩形: 圆角 947">
              <a:extLst>
                <a:ext uri="{FF2B5EF4-FFF2-40B4-BE49-F238E27FC236}">
                  <a16:creationId xmlns:a16="http://schemas.microsoft.com/office/drawing/2014/main" id="{1F425C1E-D81A-5953-4153-1DB1610E7CD3}"/>
                </a:ext>
              </a:extLst>
            </p:cNvPr>
            <p:cNvSpPr/>
            <p:nvPr/>
          </p:nvSpPr>
          <p:spPr>
            <a:xfrm rot="5400000">
              <a:off x="10617122" y="2503132"/>
              <a:ext cx="316176" cy="624454"/>
            </a:xfrm>
            <a:prstGeom prst="roundRect">
              <a:avLst/>
            </a:prstGeom>
            <a:solidFill>
              <a:srgbClr val="D2F9C3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9" name="文本框 948">
              <a:extLst>
                <a:ext uri="{FF2B5EF4-FFF2-40B4-BE49-F238E27FC236}">
                  <a16:creationId xmlns:a16="http://schemas.microsoft.com/office/drawing/2014/main" id="{AAE56957-4CCC-5D3B-ACA7-AB08EEF57466}"/>
                </a:ext>
              </a:extLst>
            </p:cNvPr>
            <p:cNvSpPr txBox="1"/>
            <p:nvPr/>
          </p:nvSpPr>
          <p:spPr>
            <a:xfrm>
              <a:off x="10462983" y="2630713"/>
              <a:ext cx="686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Depthwise</a:t>
              </a:r>
              <a:r>
                <a:rPr lang="en-US" altLang="zh-CN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CPE / 3×3</a:t>
              </a:r>
              <a:endParaRPr lang="zh-CN" altLang="en-US" sz="9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4" name="矩形: 圆角 953">
              <a:extLst>
                <a:ext uri="{FF2B5EF4-FFF2-40B4-BE49-F238E27FC236}">
                  <a16:creationId xmlns:a16="http://schemas.microsoft.com/office/drawing/2014/main" id="{7EFB8A2D-F36F-A3BE-B979-9023A8C2FD91}"/>
                </a:ext>
              </a:extLst>
            </p:cNvPr>
            <p:cNvSpPr/>
            <p:nvPr/>
          </p:nvSpPr>
          <p:spPr>
            <a:xfrm rot="5400000">
              <a:off x="9953111" y="2865502"/>
              <a:ext cx="306560" cy="624454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5" name="文本框 954">
              <a:extLst>
                <a:ext uri="{FF2B5EF4-FFF2-40B4-BE49-F238E27FC236}">
                  <a16:creationId xmlns:a16="http://schemas.microsoft.com/office/drawing/2014/main" id="{775A5A8C-8618-6CE0-DE4A-59F6E91782E1}"/>
                </a:ext>
              </a:extLst>
            </p:cNvPr>
            <p:cNvSpPr txBox="1"/>
            <p:nvPr/>
          </p:nvSpPr>
          <p:spPr>
            <a:xfrm>
              <a:off x="9780639" y="3035850"/>
              <a:ext cx="6823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zh-CN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igmoid</a:t>
              </a:r>
              <a:endParaRPr lang="zh-CN" alt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6" name="椭圆 955">
              <a:extLst>
                <a:ext uri="{FF2B5EF4-FFF2-40B4-BE49-F238E27FC236}">
                  <a16:creationId xmlns:a16="http://schemas.microsoft.com/office/drawing/2014/main" id="{D28FC2B4-5450-4BED-2A64-DF42F09500D8}"/>
                </a:ext>
              </a:extLst>
            </p:cNvPr>
            <p:cNvSpPr/>
            <p:nvPr/>
          </p:nvSpPr>
          <p:spPr>
            <a:xfrm>
              <a:off x="10711524" y="3122001"/>
              <a:ext cx="130175" cy="122423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0" name="文本框 969">
              <a:extLst>
                <a:ext uri="{FF2B5EF4-FFF2-40B4-BE49-F238E27FC236}">
                  <a16:creationId xmlns:a16="http://schemas.microsoft.com/office/drawing/2014/main" id="{46EFD3BC-31AE-215B-2069-E9502E239842}"/>
                </a:ext>
              </a:extLst>
            </p:cNvPr>
            <p:cNvSpPr txBox="1"/>
            <p:nvPr/>
          </p:nvSpPr>
          <p:spPr>
            <a:xfrm>
              <a:off x="10646286" y="3023840"/>
              <a:ext cx="1412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3" name="文本框 972">
                  <a:extLst>
                    <a:ext uri="{FF2B5EF4-FFF2-40B4-BE49-F238E27FC236}">
                      <a16:creationId xmlns:a16="http://schemas.microsoft.com/office/drawing/2014/main" id="{D0198686-ABBA-3F16-1E30-74670730E54D}"/>
                    </a:ext>
                  </a:extLst>
                </p:cNvPr>
                <p:cNvSpPr txBox="1"/>
                <p:nvPr/>
              </p:nvSpPr>
              <p:spPr>
                <a:xfrm>
                  <a:off x="10673782" y="3114971"/>
                  <a:ext cx="490104" cy="275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zh-CN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73" name="文本框 972">
                  <a:extLst>
                    <a:ext uri="{FF2B5EF4-FFF2-40B4-BE49-F238E27FC236}">
                      <a16:creationId xmlns:a16="http://schemas.microsoft.com/office/drawing/2014/main" id="{D0198686-ABBA-3F16-1E30-74670730E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3782" y="3114971"/>
                  <a:ext cx="490104" cy="275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4" name="文本框 973">
                  <a:extLst>
                    <a:ext uri="{FF2B5EF4-FFF2-40B4-BE49-F238E27FC236}">
                      <a16:creationId xmlns:a16="http://schemas.microsoft.com/office/drawing/2014/main" id="{FF7277B2-7C4A-135C-02C9-759DF8395889}"/>
                    </a:ext>
                  </a:extLst>
                </p:cNvPr>
                <p:cNvSpPr txBox="1"/>
                <p:nvPr/>
              </p:nvSpPr>
              <p:spPr>
                <a:xfrm>
                  <a:off x="10126375" y="2563845"/>
                  <a:ext cx="490104" cy="2766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1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100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74" name="文本框 973">
                  <a:extLst>
                    <a:ext uri="{FF2B5EF4-FFF2-40B4-BE49-F238E27FC236}">
                      <a16:creationId xmlns:a16="http://schemas.microsoft.com/office/drawing/2014/main" id="{FF7277B2-7C4A-135C-02C9-759DF83958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6375" y="2563845"/>
                  <a:ext cx="490104" cy="27661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09998B5-2105-3251-684A-3746E09A3B78}"/>
                </a:ext>
              </a:extLst>
            </p:cNvPr>
            <p:cNvSpPr/>
            <p:nvPr/>
          </p:nvSpPr>
          <p:spPr>
            <a:xfrm>
              <a:off x="8879472" y="654540"/>
              <a:ext cx="113182" cy="3848404"/>
            </a:xfrm>
            <a:prstGeom prst="rect">
              <a:avLst/>
            </a:prstGeom>
            <a:solidFill>
              <a:srgbClr val="ECF4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51393E6F-51A9-45D3-7F1D-7DE17D1CBBBC}"/>
                    </a:ext>
                  </a:extLst>
                </p:cNvPr>
                <p:cNvSpPr txBox="1"/>
                <p:nvPr/>
              </p:nvSpPr>
              <p:spPr>
                <a:xfrm>
                  <a:off x="1010777" y="587744"/>
                  <a:ext cx="107323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200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sz="1200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sz="12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ST</m:t>
                        </m:r>
                        <m:r>
                          <m:rPr>
                            <m:nor/>
                          </m:rPr>
                          <a:rPr lang="en-US" altLang="zh-CN" sz="12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12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SM</m:t>
                        </m:r>
                        <m:r>
                          <m:rPr>
                            <m:nor/>
                          </m:rPr>
                          <a:rPr lang="en-US" altLang="zh-CN" sz="12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altLang="zh-CN" sz="12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sz="12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CN" altLang="en-US" sz="12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ℱ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200" i="1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ST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CN" altLang="en-US" sz="1200" i="1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zh-CN" alt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51393E6F-51A9-45D3-7F1D-7DE17D1CBB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777" y="587744"/>
                  <a:ext cx="1073231" cy="276999"/>
                </a:xfrm>
                <a:prstGeom prst="rect">
                  <a:avLst/>
                </a:prstGeom>
                <a:blipFill>
                  <a:blip r:embed="rId16"/>
                  <a:stretch>
                    <a:fillRect r="-7955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2" name="文本框 321">
                  <a:extLst>
                    <a:ext uri="{FF2B5EF4-FFF2-40B4-BE49-F238E27FC236}">
                      <a16:creationId xmlns:a16="http://schemas.microsoft.com/office/drawing/2014/main" id="{A61B48D9-64E7-BBBE-1EAF-CE6B86563318}"/>
                    </a:ext>
                  </a:extLst>
                </p:cNvPr>
                <p:cNvSpPr txBox="1"/>
                <p:nvPr/>
              </p:nvSpPr>
              <p:spPr>
                <a:xfrm>
                  <a:off x="3149319" y="2482694"/>
                  <a:ext cx="294322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>
                                <a:latin typeface="Cambria Math" panose="020405030504060302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1200" i="0">
                                <a:latin typeface="Cambria Math" panose="02040503050406030204" pitchFamily="18" charset="0"/>
                              </a:rPr>
                              <m:t>hf</m:t>
                            </m:r>
                          </m:sub>
                        </m:s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zh-CN" altLang="en-US" sz="12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High</m:t>
                        </m:r>
                        <m:r>
                          <m:rPr>
                            <m:nor/>
                          </m:rPr>
                          <a:rPr lang="zh-CN" altLang="en-US" sz="12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zh-CN" altLang="en-US" sz="12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Frequency</m:t>
                        </m:r>
                        <m:r>
                          <m:rPr>
                            <m:nor/>
                          </m:rPr>
                          <a:rPr lang="zh-CN" altLang="en-US" sz="12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12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zh-CN" altLang="en-US" sz="12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1200" b="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Branch</m:t>
                        </m:r>
                      </m:oMath>
                    </m:oMathPara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22" name="文本框 321">
                  <a:extLst>
                    <a:ext uri="{FF2B5EF4-FFF2-40B4-BE49-F238E27FC236}">
                      <a16:creationId xmlns:a16="http://schemas.microsoft.com/office/drawing/2014/main" id="{A61B48D9-64E7-BBBE-1EAF-CE6B86563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9319" y="2482694"/>
                  <a:ext cx="2943225" cy="276999"/>
                </a:xfrm>
                <a:prstGeom prst="rect">
                  <a:avLst/>
                </a:prstGeom>
                <a:blipFill>
                  <a:blip r:embed="rId17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F2EAA806-90F8-94EF-50C3-24BE745281CA}"/>
                    </a:ext>
                  </a:extLst>
                </p:cNvPr>
                <p:cNvSpPr txBox="1"/>
                <p:nvPr/>
              </p:nvSpPr>
              <p:spPr>
                <a:xfrm>
                  <a:off x="8845624" y="540087"/>
                  <a:ext cx="251308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(b)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High</m:t>
                      </m:r>
                      <m:r>
                        <m:rPr>
                          <m:nor/>
                        </m:rPr>
                        <a:rPr lang="zh-CN" alt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Frequency</m:t>
                      </m:r>
                      <m:r>
                        <m:rPr>
                          <m:nor/>
                        </m:rPr>
                        <a:rPr lang="zh-CN" alt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Residual</m:t>
                      </m:r>
                      <m:r>
                        <m:rPr>
                          <m:nor/>
                        </m:rPr>
                        <a:rPr lang="zh-CN" alt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Branch</m:t>
                      </m:r>
                    </m:oMath>
                  </a14:m>
                  <a:r>
                    <a:rPr lang="en-US" altLang="zh-CN" sz="1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HFR</m:t>
                          </m:r>
                        </m:sub>
                      </m:sSub>
                    </m:oMath>
                  </a14:m>
                  <a:endParaRPr lang="zh-CN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23" name="文本框 322">
                  <a:extLst>
                    <a:ext uri="{FF2B5EF4-FFF2-40B4-BE49-F238E27FC236}">
                      <a16:creationId xmlns:a16="http://schemas.microsoft.com/office/drawing/2014/main" id="{F2EAA806-90F8-94EF-50C3-24BE74528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5624" y="540087"/>
                  <a:ext cx="2513082" cy="461665"/>
                </a:xfrm>
                <a:prstGeom prst="rect">
                  <a:avLst/>
                </a:prstGeom>
                <a:blipFill>
                  <a:blip r:embed="rId18"/>
                  <a:stretch>
                    <a:fillRect t="-1333" b="-1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49B34856-4399-00E1-8A67-CA086F45B138}"/>
                </a:ext>
              </a:extLst>
            </p:cNvPr>
            <p:cNvGrpSpPr/>
            <p:nvPr/>
          </p:nvGrpSpPr>
          <p:grpSpPr>
            <a:xfrm>
              <a:off x="10515692" y="912363"/>
              <a:ext cx="933540" cy="401926"/>
              <a:chOff x="11132344" y="1496884"/>
              <a:chExt cx="933540" cy="401926"/>
            </a:xfrm>
            <a:effectLst>
              <a:outerShdw blurRad="50800" dist="50800" dir="5400000" algn="ctr" rotWithShape="0">
                <a:srgbClr val="000000">
                  <a:alpha val="78000"/>
                </a:srgbClr>
              </a:outerShdw>
            </a:effectLst>
          </p:grpSpPr>
          <p:sp>
            <p:nvSpPr>
              <p:cNvPr id="328" name="矩形: 圆角 327">
                <a:extLst>
                  <a:ext uri="{FF2B5EF4-FFF2-40B4-BE49-F238E27FC236}">
                    <a16:creationId xmlns:a16="http://schemas.microsoft.com/office/drawing/2014/main" id="{581140ED-79D1-4285-C2D9-B584A689FB5D}"/>
                  </a:ext>
                </a:extLst>
              </p:cNvPr>
              <p:cNvSpPr/>
              <p:nvPr/>
            </p:nvSpPr>
            <p:spPr>
              <a:xfrm>
                <a:off x="11178846" y="1516978"/>
                <a:ext cx="887038" cy="38183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8" name="平行四边形 857">
                <a:extLst>
                  <a:ext uri="{FF2B5EF4-FFF2-40B4-BE49-F238E27FC236}">
                    <a16:creationId xmlns:a16="http://schemas.microsoft.com/office/drawing/2014/main" id="{542E9B0B-9C64-9F49-1B0B-318BF75049F1}"/>
                  </a:ext>
                </a:extLst>
              </p:cNvPr>
              <p:cNvSpPr/>
              <p:nvPr/>
            </p:nvSpPr>
            <p:spPr>
              <a:xfrm>
                <a:off x="11651456" y="1531143"/>
                <a:ext cx="378618" cy="352425"/>
              </a:xfrm>
              <a:prstGeom prst="parallelogram">
                <a:avLst>
                  <a:gd name="adj" fmla="val 0"/>
                </a:avLst>
              </a:prstGeom>
              <a:blipFill dpi="0"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文本框 330">
                <a:extLst>
                  <a:ext uri="{FF2B5EF4-FFF2-40B4-BE49-F238E27FC236}">
                    <a16:creationId xmlns:a16="http://schemas.microsoft.com/office/drawing/2014/main" id="{D4A7117F-A09B-8779-CC1F-F730847F660B}"/>
                  </a:ext>
                </a:extLst>
              </p:cNvPr>
              <p:cNvSpPr txBox="1"/>
              <p:nvPr/>
            </p:nvSpPr>
            <p:spPr>
              <a:xfrm>
                <a:off x="11132344" y="1496884"/>
                <a:ext cx="589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zh-CN" sz="9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AvgPool</a:t>
                </a:r>
                <a:r>
                  <a:rPr lang="en-US" altLang="zh-CN" sz="9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3×3</a:t>
                </a:r>
                <a:endParaRPr lang="zh-CN" alt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34" name="组合 333">
              <a:extLst>
                <a:ext uri="{FF2B5EF4-FFF2-40B4-BE49-F238E27FC236}">
                  <a16:creationId xmlns:a16="http://schemas.microsoft.com/office/drawing/2014/main" id="{B4E4592B-462D-7D60-49B5-A90E37C8599A}"/>
                </a:ext>
              </a:extLst>
            </p:cNvPr>
            <p:cNvGrpSpPr/>
            <p:nvPr/>
          </p:nvGrpSpPr>
          <p:grpSpPr>
            <a:xfrm>
              <a:off x="10353720" y="1007400"/>
              <a:ext cx="934780" cy="424218"/>
              <a:chOff x="10051809" y="1539625"/>
              <a:chExt cx="934780" cy="424218"/>
            </a:xfrm>
            <a:effectLst>
              <a:outerShdw blurRad="50800" dist="50800" dir="5400000" algn="ctr" rotWithShape="0">
                <a:srgbClr val="000000">
                  <a:alpha val="60000"/>
                </a:srgbClr>
              </a:outerShdw>
            </a:effectLst>
          </p:grpSpPr>
          <p:sp>
            <p:nvSpPr>
              <p:cNvPr id="326" name="矩形: 圆角 325">
                <a:extLst>
                  <a:ext uri="{FF2B5EF4-FFF2-40B4-BE49-F238E27FC236}">
                    <a16:creationId xmlns:a16="http://schemas.microsoft.com/office/drawing/2014/main" id="{60B019CB-0272-BF0C-61D8-4F46E94F3DFA}"/>
                  </a:ext>
                </a:extLst>
              </p:cNvPr>
              <p:cNvSpPr/>
              <p:nvPr/>
            </p:nvSpPr>
            <p:spPr>
              <a:xfrm>
                <a:off x="10099551" y="1582011"/>
                <a:ext cx="887038" cy="38183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" name="文本框 328">
                <a:extLst>
                  <a:ext uri="{FF2B5EF4-FFF2-40B4-BE49-F238E27FC236}">
                    <a16:creationId xmlns:a16="http://schemas.microsoft.com/office/drawing/2014/main" id="{B719EA87-9204-3694-5DDA-D57A537DA8B9}"/>
                  </a:ext>
                </a:extLst>
              </p:cNvPr>
              <p:cNvSpPr txBox="1"/>
              <p:nvPr/>
            </p:nvSpPr>
            <p:spPr>
              <a:xfrm>
                <a:off x="10051809" y="1539625"/>
                <a:ext cx="589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zh-CN" sz="9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AvgPool</a:t>
                </a:r>
                <a:r>
                  <a:rPr lang="en-US" altLang="zh-CN" sz="9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3×3</a:t>
                </a:r>
                <a:endParaRPr lang="zh-CN" alt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9" name="平行四边形 858">
                <a:extLst>
                  <a:ext uri="{FF2B5EF4-FFF2-40B4-BE49-F238E27FC236}">
                    <a16:creationId xmlns:a16="http://schemas.microsoft.com/office/drawing/2014/main" id="{997703FB-7496-926B-B309-B94A1DB0AA1F}"/>
                  </a:ext>
                </a:extLst>
              </p:cNvPr>
              <p:cNvSpPr/>
              <p:nvPr/>
            </p:nvSpPr>
            <p:spPr>
              <a:xfrm>
                <a:off x="10556017" y="1592811"/>
                <a:ext cx="377156" cy="359813"/>
              </a:xfrm>
              <a:prstGeom prst="parallelogram">
                <a:avLst>
                  <a:gd name="adj" fmla="val 0"/>
                </a:avLst>
              </a:prstGeom>
              <a:blipFill dpi="0" rotWithShape="1"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2" name="组合 331">
              <a:extLst>
                <a:ext uri="{FF2B5EF4-FFF2-40B4-BE49-F238E27FC236}">
                  <a16:creationId xmlns:a16="http://schemas.microsoft.com/office/drawing/2014/main" id="{F917595F-B4E2-873E-626E-020BB3B52934}"/>
                </a:ext>
              </a:extLst>
            </p:cNvPr>
            <p:cNvGrpSpPr/>
            <p:nvPr/>
          </p:nvGrpSpPr>
          <p:grpSpPr>
            <a:xfrm>
              <a:off x="10217170" y="1149174"/>
              <a:ext cx="905466" cy="405375"/>
              <a:chOff x="10081123" y="1003022"/>
              <a:chExt cx="905466" cy="405375"/>
            </a:xfrm>
          </p:grpSpPr>
          <p:sp>
            <p:nvSpPr>
              <p:cNvPr id="807" name="矩形: 圆角 806">
                <a:extLst>
                  <a:ext uri="{FF2B5EF4-FFF2-40B4-BE49-F238E27FC236}">
                    <a16:creationId xmlns:a16="http://schemas.microsoft.com/office/drawing/2014/main" id="{D79C5B35-5167-DCF8-FBDE-AAFB270C338B}"/>
                  </a:ext>
                </a:extLst>
              </p:cNvPr>
              <p:cNvSpPr/>
              <p:nvPr/>
            </p:nvSpPr>
            <p:spPr>
              <a:xfrm>
                <a:off x="10099551" y="1026565"/>
                <a:ext cx="887038" cy="38183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50800" dir="5400000" algn="ctr" rotWithShape="0">
                  <a:srgbClr val="000000">
                    <a:alpha val="7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8" name="文本框 807">
                <a:extLst>
                  <a:ext uri="{FF2B5EF4-FFF2-40B4-BE49-F238E27FC236}">
                    <a16:creationId xmlns:a16="http://schemas.microsoft.com/office/drawing/2014/main" id="{AADD4FDB-1F08-6517-F20F-5F90E664563E}"/>
                  </a:ext>
                </a:extLst>
              </p:cNvPr>
              <p:cNvSpPr txBox="1"/>
              <p:nvPr/>
            </p:nvSpPr>
            <p:spPr>
              <a:xfrm>
                <a:off x="10081123" y="1003022"/>
                <a:ext cx="6213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zh-CN" sz="1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AvgPool</a:t>
                </a:r>
                <a:r>
                  <a:rPr lang="en-US" altLang="zh-CN" sz="1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US" altLang="zh-CN" sz="1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3×3</a:t>
                </a:r>
                <a:endParaRPr lang="zh-CN" altLang="en-US" sz="1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0" name="平行四边形 859">
                <a:extLst>
                  <a:ext uri="{FF2B5EF4-FFF2-40B4-BE49-F238E27FC236}">
                    <a16:creationId xmlns:a16="http://schemas.microsoft.com/office/drawing/2014/main" id="{C37B9552-5831-63A3-CF55-2F1C43245D6B}"/>
                  </a:ext>
                </a:extLst>
              </p:cNvPr>
              <p:cNvSpPr/>
              <p:nvPr/>
            </p:nvSpPr>
            <p:spPr>
              <a:xfrm>
                <a:off x="10621754" y="1045370"/>
                <a:ext cx="336759" cy="340644"/>
              </a:xfrm>
              <a:prstGeom prst="parallelogram">
                <a:avLst>
                  <a:gd name="adj" fmla="val 0"/>
                </a:avLst>
              </a:prstGeom>
              <a:blipFill dpi="0" rotWithShape="1"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39" name="直接箭头连接符 338">
              <a:extLst>
                <a:ext uri="{FF2B5EF4-FFF2-40B4-BE49-F238E27FC236}">
                  <a16:creationId xmlns:a16="http://schemas.microsoft.com/office/drawing/2014/main" id="{7EC304BD-5C27-2543-9412-4EF7CD704BF8}"/>
                </a:ext>
              </a:extLst>
            </p:cNvPr>
            <p:cNvCxnSpPr/>
            <p:nvPr/>
          </p:nvCxnSpPr>
          <p:spPr>
            <a:xfrm>
              <a:off x="9775825" y="1353615"/>
              <a:ext cx="41433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连接符: 肘形 340">
              <a:extLst>
                <a:ext uri="{FF2B5EF4-FFF2-40B4-BE49-F238E27FC236}">
                  <a16:creationId xmlns:a16="http://schemas.microsoft.com/office/drawing/2014/main" id="{B0C890ED-8A6C-57D3-A2DA-CFED4A8AE5B6}"/>
                </a:ext>
              </a:extLst>
            </p:cNvPr>
            <p:cNvCxnSpPr>
              <a:cxnSpLocks/>
              <a:stCxn id="807" idx="2"/>
              <a:endCxn id="826" idx="6"/>
            </p:cNvCxnSpPr>
            <p:nvPr/>
          </p:nvCxnSpPr>
          <p:spPr>
            <a:xfrm rot="5400000">
              <a:off x="10071547" y="1248273"/>
              <a:ext cx="301295" cy="913846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47570AA0-914E-C990-3F06-6FBFB79A8BFA}"/>
                </a:ext>
              </a:extLst>
            </p:cNvPr>
            <p:cNvCxnSpPr>
              <a:cxnSpLocks/>
              <a:endCxn id="945" idx="2"/>
            </p:cNvCxnSpPr>
            <p:nvPr/>
          </p:nvCxnSpPr>
          <p:spPr>
            <a:xfrm flipV="1">
              <a:off x="9738548" y="2356547"/>
              <a:ext cx="724435" cy="156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6717D3A0-B685-DB3A-D887-8F92ACABBD78}"/>
                </a:ext>
              </a:extLst>
            </p:cNvPr>
            <p:cNvCxnSpPr>
              <a:cxnSpLocks/>
              <a:endCxn id="948" idx="1"/>
            </p:cNvCxnSpPr>
            <p:nvPr/>
          </p:nvCxnSpPr>
          <p:spPr>
            <a:xfrm>
              <a:off x="10775210" y="2528888"/>
              <a:ext cx="0" cy="12838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642E87A9-18D2-7F87-B8F0-90BBF93251F5}"/>
                </a:ext>
              </a:extLst>
            </p:cNvPr>
            <p:cNvCxnSpPr>
              <a:cxnSpLocks/>
              <a:stCxn id="948" idx="3"/>
              <a:endCxn id="956" idx="0"/>
            </p:cNvCxnSpPr>
            <p:nvPr/>
          </p:nvCxnSpPr>
          <p:spPr>
            <a:xfrm>
              <a:off x="10775210" y="2973447"/>
              <a:ext cx="1402" cy="14855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连接符: 肘形 370">
              <a:extLst>
                <a:ext uri="{FF2B5EF4-FFF2-40B4-BE49-F238E27FC236}">
                  <a16:creationId xmlns:a16="http://schemas.microsoft.com/office/drawing/2014/main" id="{D1A3E164-6DE6-82EE-883A-33106481CFE1}"/>
                </a:ext>
              </a:extLst>
            </p:cNvPr>
            <p:cNvCxnSpPr>
              <a:stCxn id="948" idx="2"/>
              <a:endCxn id="954" idx="1"/>
            </p:cNvCxnSpPr>
            <p:nvPr/>
          </p:nvCxnSpPr>
          <p:spPr>
            <a:xfrm rot="10800000" flipV="1">
              <a:off x="10106391" y="2815359"/>
              <a:ext cx="356592" cy="209090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箭头连接符 374">
              <a:extLst>
                <a:ext uri="{FF2B5EF4-FFF2-40B4-BE49-F238E27FC236}">
                  <a16:creationId xmlns:a16="http://schemas.microsoft.com/office/drawing/2014/main" id="{A42C0091-21E4-06FB-1DBE-A66D1F333C6E}"/>
                </a:ext>
              </a:extLst>
            </p:cNvPr>
            <p:cNvCxnSpPr>
              <a:cxnSpLocks/>
              <a:stCxn id="954" idx="0"/>
              <a:endCxn id="956" idx="2"/>
            </p:cNvCxnSpPr>
            <p:nvPr/>
          </p:nvCxnSpPr>
          <p:spPr>
            <a:xfrm>
              <a:off x="10418618" y="3177729"/>
              <a:ext cx="292906" cy="548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箭头连接符 375">
              <a:extLst>
                <a:ext uri="{FF2B5EF4-FFF2-40B4-BE49-F238E27FC236}">
                  <a16:creationId xmlns:a16="http://schemas.microsoft.com/office/drawing/2014/main" id="{D23A0465-87A7-7CFF-5E9B-AA1B89BC3C7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012" y="3250194"/>
              <a:ext cx="0" cy="12638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箭头连接符 378">
              <a:extLst>
                <a:ext uri="{FF2B5EF4-FFF2-40B4-BE49-F238E27FC236}">
                  <a16:creationId xmlns:a16="http://schemas.microsoft.com/office/drawing/2014/main" id="{2B469A5B-03D0-A42C-E94F-0B055942DFA1}"/>
                </a:ext>
              </a:extLst>
            </p:cNvPr>
            <p:cNvCxnSpPr>
              <a:cxnSpLocks/>
              <a:endCxn id="884" idx="0"/>
            </p:cNvCxnSpPr>
            <p:nvPr/>
          </p:nvCxnSpPr>
          <p:spPr>
            <a:xfrm>
              <a:off x="9498102" y="3551232"/>
              <a:ext cx="0" cy="27642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箭头连接符 395">
              <a:extLst>
                <a:ext uri="{FF2B5EF4-FFF2-40B4-BE49-F238E27FC236}">
                  <a16:creationId xmlns:a16="http://schemas.microsoft.com/office/drawing/2014/main" id="{A6EF4EE5-F318-781F-A6F7-BD8EF139D963}"/>
                </a:ext>
              </a:extLst>
            </p:cNvPr>
            <p:cNvCxnSpPr>
              <a:cxnSpLocks/>
            </p:cNvCxnSpPr>
            <p:nvPr/>
          </p:nvCxnSpPr>
          <p:spPr>
            <a:xfrm>
              <a:off x="10189474" y="4428785"/>
              <a:ext cx="161102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2" name="文本框 401">
                  <a:extLst>
                    <a:ext uri="{FF2B5EF4-FFF2-40B4-BE49-F238E27FC236}">
                      <a16:creationId xmlns:a16="http://schemas.microsoft.com/office/drawing/2014/main" id="{4C70807C-74A0-7A81-463F-C22DED06558F}"/>
                    </a:ext>
                  </a:extLst>
                </p:cNvPr>
                <p:cNvSpPr txBox="1"/>
                <p:nvPr/>
              </p:nvSpPr>
              <p:spPr>
                <a:xfrm>
                  <a:off x="1085312" y="2933144"/>
                  <a:ext cx="1133979" cy="4623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zh-CN" altLang="en-US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02" name="文本框 401">
                  <a:extLst>
                    <a:ext uri="{FF2B5EF4-FFF2-40B4-BE49-F238E27FC236}">
                      <a16:creationId xmlns:a16="http://schemas.microsoft.com/office/drawing/2014/main" id="{4C70807C-74A0-7A81-463F-C22DED065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312" y="2933144"/>
                  <a:ext cx="1133979" cy="46230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6E723C2C-A70C-B552-C93C-FF5382804E7F}"/>
                    </a:ext>
                  </a:extLst>
                </p:cNvPr>
                <p:cNvSpPr txBox="1"/>
                <p:nvPr/>
              </p:nvSpPr>
              <p:spPr>
                <a:xfrm>
                  <a:off x="2692121" y="1151507"/>
                  <a:ext cx="618537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zh-CN" altLang="en-US" sz="9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zh-CN" altLang="en-US" sz="900" i="1">
                            <a:latin typeface="Cambria Math" panose="02040503050406030204" pitchFamily="18" charset="0"/>
                          </a:rPr>
                          <m:t>≪</m:t>
                        </m:r>
                        <m:r>
                          <a:rPr lang="zh-CN" altLang="en-US" sz="900" i="1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zh-CN" altLang="en-US" sz="9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6E723C2C-A70C-B552-C93C-FF5382804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121" y="1151507"/>
                  <a:ext cx="618537" cy="2308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88D6A356-8710-09DA-1DF8-79C89DCF7639}"/>
                    </a:ext>
                  </a:extLst>
                </p:cNvPr>
                <p:cNvSpPr txBox="1"/>
                <p:nvPr/>
              </p:nvSpPr>
              <p:spPr>
                <a:xfrm>
                  <a:off x="3839987" y="2833182"/>
                  <a:ext cx="1437145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zh-CN" altLang="en-US" sz="1000" i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zh-CN" altLang="en-US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zh-CN" altLang="en-US" sz="1000" i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zh-CN" altLang="en-US" sz="1000" i="1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88D6A356-8710-09DA-1DF8-79C89DCF7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9987" y="2833182"/>
                  <a:ext cx="1437145" cy="24622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8" name="文本框 417">
              <a:extLst>
                <a:ext uri="{FF2B5EF4-FFF2-40B4-BE49-F238E27FC236}">
                  <a16:creationId xmlns:a16="http://schemas.microsoft.com/office/drawing/2014/main" id="{C8734F70-2DA8-10EA-2BCA-6E90CD63CE1C}"/>
                </a:ext>
              </a:extLst>
            </p:cNvPr>
            <p:cNvSpPr txBox="1"/>
            <p:nvPr/>
          </p:nvSpPr>
          <p:spPr>
            <a:xfrm>
              <a:off x="6183459" y="2840459"/>
              <a:ext cx="63420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 Projection</a:t>
              </a:r>
              <a:endParaRPr lang="zh-CN" alt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文本框 419">
              <a:extLst>
                <a:ext uri="{FF2B5EF4-FFF2-40B4-BE49-F238E27FC236}">
                  <a16:creationId xmlns:a16="http://schemas.microsoft.com/office/drawing/2014/main" id="{29DF97C7-4997-2C9D-3A20-8365297854C2}"/>
                </a:ext>
              </a:extLst>
            </p:cNvPr>
            <p:cNvSpPr txBox="1"/>
            <p:nvPr/>
          </p:nvSpPr>
          <p:spPr>
            <a:xfrm>
              <a:off x="2530251" y="2827198"/>
              <a:ext cx="63420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 Projection</a:t>
              </a:r>
              <a:endParaRPr lang="zh-CN" altLang="en-US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2" name="文本框 421">
                  <a:extLst>
                    <a:ext uri="{FF2B5EF4-FFF2-40B4-BE49-F238E27FC236}">
                      <a16:creationId xmlns:a16="http://schemas.microsoft.com/office/drawing/2014/main" id="{65CD3DA5-6E4C-CC74-D558-D0ABB066E114}"/>
                    </a:ext>
                  </a:extLst>
                </p:cNvPr>
                <p:cNvSpPr txBox="1"/>
                <p:nvPr/>
              </p:nvSpPr>
              <p:spPr>
                <a:xfrm>
                  <a:off x="1037023" y="970277"/>
                  <a:ext cx="1380207" cy="7337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</a:rPr>
                              <m:t>𝒢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𝑠𝑡</m:t>
                            </m:r>
                          </m:sub>
                        </m:s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altLang="zh-CN" sz="1400" i="1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SuperToken</m:t>
                        </m:r>
                        <m:r>
                          <m:rPr>
                            <m:nor/>
                          </m:rPr>
                          <a:rPr lang="en-US" altLang="zh-CN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Global</m:t>
                        </m:r>
                        <m:r>
                          <m:rPr>
                            <m:nor/>
                          </m:rPr>
                          <a:rPr lang="en-US" altLang="zh-CN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Stream</m:t>
                        </m:r>
                      </m:oMath>
                    </m:oMathPara>
                  </a14:m>
                  <a:endParaRPr lang="zh-CN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2" name="文本框 421">
                  <a:extLst>
                    <a:ext uri="{FF2B5EF4-FFF2-40B4-BE49-F238E27FC236}">
                      <a16:creationId xmlns:a16="http://schemas.microsoft.com/office/drawing/2014/main" id="{65CD3DA5-6E4C-CC74-D558-D0ABB066E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023" y="970277"/>
                  <a:ext cx="1380207" cy="73372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6" name="文本框 425">
                  <a:extLst>
                    <a:ext uri="{FF2B5EF4-FFF2-40B4-BE49-F238E27FC236}">
                      <a16:creationId xmlns:a16="http://schemas.microsoft.com/office/drawing/2014/main" id="{9DA93FBA-2B65-357D-7052-BB0144709D09}"/>
                    </a:ext>
                  </a:extLst>
                </p:cNvPr>
                <p:cNvSpPr txBox="1"/>
                <p:nvPr/>
              </p:nvSpPr>
              <p:spPr>
                <a:xfrm>
                  <a:off x="1100699" y="3545780"/>
                  <a:ext cx="1252211" cy="7579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px</m:t>
                            </m:r>
                          </m:sub>
                        </m:sSub>
                        <m:r>
                          <a:rPr lang="zh-CN" alt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Pixel</m:t>
                        </m:r>
                        <m:r>
                          <m:rPr>
                            <m:nor/>
                          </m:rPr>
                          <a:rPr lang="zh-CN" altLang="en-US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zh-CN" altLang="en-US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token</m:t>
                        </m:r>
                        <m:r>
                          <m:rPr>
                            <m:nor/>
                          </m:rPr>
                          <a:rPr lang="zh-CN" altLang="en-US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Detail</m:t>
                        </m:r>
                        <m:r>
                          <m:rPr>
                            <m:nor/>
                          </m:rPr>
                          <a:rPr lang="zh-CN" altLang="en-US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1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Stream</m:t>
                        </m:r>
                      </m:oMath>
                    </m:oMathPara>
                  </a14:m>
                  <a:endParaRPr lang="zh-CN" alt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6" name="文本框 425">
                  <a:extLst>
                    <a:ext uri="{FF2B5EF4-FFF2-40B4-BE49-F238E27FC236}">
                      <a16:creationId xmlns:a16="http://schemas.microsoft.com/office/drawing/2014/main" id="{9DA93FBA-2B65-357D-7052-BB0144709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699" y="3545780"/>
                  <a:ext cx="1252211" cy="75796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2" name="直接连接符 431">
              <a:extLst>
                <a:ext uri="{FF2B5EF4-FFF2-40B4-BE49-F238E27FC236}">
                  <a16:creationId xmlns:a16="http://schemas.microsoft.com/office/drawing/2014/main" id="{A5EF2DAB-4477-7CC4-85A3-D22FC749C93B}"/>
                </a:ext>
              </a:extLst>
            </p:cNvPr>
            <p:cNvCxnSpPr>
              <a:cxnSpLocks/>
            </p:cNvCxnSpPr>
            <p:nvPr/>
          </p:nvCxnSpPr>
          <p:spPr>
            <a:xfrm>
              <a:off x="8882614" y="597919"/>
              <a:ext cx="1131" cy="4066436"/>
            </a:xfrm>
            <a:prstGeom prst="line">
              <a:avLst/>
            </a:prstGeom>
            <a:ln w="9525">
              <a:solidFill>
                <a:srgbClr val="215F9A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F81DFBD2-958A-11A3-4EB1-EFE3C33088B5}"/>
                </a:ext>
              </a:extLst>
            </p:cNvPr>
            <p:cNvSpPr/>
            <p:nvPr/>
          </p:nvSpPr>
          <p:spPr>
            <a:xfrm rot="20081639">
              <a:off x="8962552" y="2146305"/>
              <a:ext cx="725123" cy="418765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342FF6CC-572B-C6B5-E6C7-A6E786381777}"/>
                </a:ext>
              </a:extLst>
            </p:cNvPr>
            <p:cNvSpPr/>
            <p:nvPr/>
          </p:nvSpPr>
          <p:spPr>
            <a:xfrm rot="20081639">
              <a:off x="9020997" y="2244215"/>
              <a:ext cx="725123" cy="418765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平行四边形 3">
              <a:extLst>
                <a:ext uri="{FF2B5EF4-FFF2-40B4-BE49-F238E27FC236}">
                  <a16:creationId xmlns:a16="http://schemas.microsoft.com/office/drawing/2014/main" id="{95F511E0-8D3C-4789-CFC2-F68BD9B89FC5}"/>
                </a:ext>
              </a:extLst>
            </p:cNvPr>
            <p:cNvSpPr/>
            <p:nvPr/>
          </p:nvSpPr>
          <p:spPr>
            <a:xfrm rot="20081639">
              <a:off x="9098539" y="2321207"/>
              <a:ext cx="725123" cy="418765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3786717A-765D-429A-B254-8D09EA95EFCB}"/>
                </a:ext>
              </a:extLst>
            </p:cNvPr>
            <p:cNvCxnSpPr>
              <a:cxnSpLocks/>
              <a:stCxn id="885" idx="2"/>
            </p:cNvCxnSpPr>
            <p:nvPr/>
          </p:nvCxnSpPr>
          <p:spPr>
            <a:xfrm>
              <a:off x="9494571" y="4222544"/>
              <a:ext cx="0" cy="1058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3" name="组合 912">
              <a:extLst>
                <a:ext uri="{FF2B5EF4-FFF2-40B4-BE49-F238E27FC236}">
                  <a16:creationId xmlns:a16="http://schemas.microsoft.com/office/drawing/2014/main" id="{D6951AF1-B29A-0F44-8405-D5918A929F65}"/>
                </a:ext>
              </a:extLst>
            </p:cNvPr>
            <p:cNvGrpSpPr/>
            <p:nvPr/>
          </p:nvGrpSpPr>
          <p:grpSpPr>
            <a:xfrm rot="16200000">
              <a:off x="9542356" y="2826984"/>
              <a:ext cx="152103" cy="1280469"/>
              <a:chOff x="11471056" y="2802494"/>
              <a:chExt cx="152103" cy="1280469"/>
            </a:xfrm>
          </p:grpSpPr>
          <p:sp>
            <p:nvSpPr>
              <p:cNvPr id="873" name="矩形 872">
                <a:extLst>
                  <a:ext uri="{FF2B5EF4-FFF2-40B4-BE49-F238E27FC236}">
                    <a16:creationId xmlns:a16="http://schemas.microsoft.com/office/drawing/2014/main" id="{DA2DF47F-04FA-DFBE-E876-7FD9D31BCEE1}"/>
                  </a:ext>
                </a:extLst>
              </p:cNvPr>
              <p:cNvSpPr/>
              <p:nvPr/>
            </p:nvSpPr>
            <p:spPr>
              <a:xfrm>
                <a:off x="11471057" y="2802494"/>
                <a:ext cx="152102" cy="1431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4" name="矩形 873">
                <a:extLst>
                  <a:ext uri="{FF2B5EF4-FFF2-40B4-BE49-F238E27FC236}">
                    <a16:creationId xmlns:a16="http://schemas.microsoft.com/office/drawing/2014/main" id="{DAB663D7-91D4-C1FB-3078-685C94C6760E}"/>
                  </a:ext>
                </a:extLst>
              </p:cNvPr>
              <p:cNvSpPr/>
              <p:nvPr/>
            </p:nvSpPr>
            <p:spPr>
              <a:xfrm>
                <a:off x="11471056" y="3646911"/>
                <a:ext cx="152102" cy="14315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5" name="矩形 874">
                <a:extLst>
                  <a:ext uri="{FF2B5EF4-FFF2-40B4-BE49-F238E27FC236}">
                    <a16:creationId xmlns:a16="http://schemas.microsoft.com/office/drawing/2014/main" id="{38E5940B-5937-A5C2-0963-C717F2FCD32D}"/>
                  </a:ext>
                </a:extLst>
              </p:cNvPr>
              <p:cNvSpPr/>
              <p:nvPr/>
            </p:nvSpPr>
            <p:spPr>
              <a:xfrm>
                <a:off x="11471056" y="3371053"/>
                <a:ext cx="152102" cy="1431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6" name="矩形 875">
                <a:extLst>
                  <a:ext uri="{FF2B5EF4-FFF2-40B4-BE49-F238E27FC236}">
                    <a16:creationId xmlns:a16="http://schemas.microsoft.com/office/drawing/2014/main" id="{54643B9A-9A21-631E-9D84-8330FAEB6C96}"/>
                  </a:ext>
                </a:extLst>
              </p:cNvPr>
              <p:cNvSpPr/>
              <p:nvPr/>
            </p:nvSpPr>
            <p:spPr>
              <a:xfrm>
                <a:off x="11471056" y="3514203"/>
                <a:ext cx="152102" cy="1431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7" name="矩形 876">
                <a:extLst>
                  <a:ext uri="{FF2B5EF4-FFF2-40B4-BE49-F238E27FC236}">
                    <a16:creationId xmlns:a16="http://schemas.microsoft.com/office/drawing/2014/main" id="{15CBA57D-7B06-561D-483A-C23C95291B81}"/>
                  </a:ext>
                </a:extLst>
              </p:cNvPr>
              <p:cNvSpPr/>
              <p:nvPr/>
            </p:nvSpPr>
            <p:spPr>
              <a:xfrm>
                <a:off x="11471056" y="3094881"/>
                <a:ext cx="152102" cy="1431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8" name="矩形 877">
                <a:extLst>
                  <a:ext uri="{FF2B5EF4-FFF2-40B4-BE49-F238E27FC236}">
                    <a16:creationId xmlns:a16="http://schemas.microsoft.com/office/drawing/2014/main" id="{867A4725-2F27-A780-1C2E-A5C66BF985F0}"/>
                  </a:ext>
                </a:extLst>
              </p:cNvPr>
              <p:cNvSpPr/>
              <p:nvPr/>
            </p:nvSpPr>
            <p:spPr>
              <a:xfrm>
                <a:off x="11471056" y="3793996"/>
                <a:ext cx="152102" cy="14315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9" name="矩形 878">
                <a:extLst>
                  <a:ext uri="{FF2B5EF4-FFF2-40B4-BE49-F238E27FC236}">
                    <a16:creationId xmlns:a16="http://schemas.microsoft.com/office/drawing/2014/main" id="{B374A53E-2551-3DFA-6CEC-098201128D89}"/>
                  </a:ext>
                </a:extLst>
              </p:cNvPr>
              <p:cNvSpPr/>
              <p:nvPr/>
            </p:nvSpPr>
            <p:spPr>
              <a:xfrm>
                <a:off x="11471056" y="2945643"/>
                <a:ext cx="152102" cy="1431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0" name="矩形 879">
                <a:extLst>
                  <a:ext uri="{FF2B5EF4-FFF2-40B4-BE49-F238E27FC236}">
                    <a16:creationId xmlns:a16="http://schemas.microsoft.com/office/drawing/2014/main" id="{E56F9587-5F18-3C9B-2116-399C96B09248}"/>
                  </a:ext>
                </a:extLst>
              </p:cNvPr>
              <p:cNvSpPr/>
              <p:nvPr/>
            </p:nvSpPr>
            <p:spPr>
              <a:xfrm>
                <a:off x="11471056" y="3237608"/>
                <a:ext cx="152102" cy="1431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1" name="矩形 880">
                <a:extLst>
                  <a:ext uri="{FF2B5EF4-FFF2-40B4-BE49-F238E27FC236}">
                    <a16:creationId xmlns:a16="http://schemas.microsoft.com/office/drawing/2014/main" id="{EC974231-999F-F489-CBDB-F66D37C136E4}"/>
                  </a:ext>
                </a:extLst>
              </p:cNvPr>
              <p:cNvSpPr/>
              <p:nvPr/>
            </p:nvSpPr>
            <p:spPr>
              <a:xfrm>
                <a:off x="11471056" y="3939813"/>
                <a:ext cx="152102" cy="14315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12" name="组合 911">
              <a:extLst>
                <a:ext uri="{FF2B5EF4-FFF2-40B4-BE49-F238E27FC236}">
                  <a16:creationId xmlns:a16="http://schemas.microsoft.com/office/drawing/2014/main" id="{816B977A-FAE5-6850-FED9-859002EA12A7}"/>
                </a:ext>
              </a:extLst>
            </p:cNvPr>
            <p:cNvGrpSpPr/>
            <p:nvPr/>
          </p:nvGrpSpPr>
          <p:grpSpPr>
            <a:xfrm rot="16200000">
              <a:off x="9472885" y="3788550"/>
              <a:ext cx="152710" cy="1280469"/>
              <a:chOff x="9740577" y="3078029"/>
              <a:chExt cx="152710" cy="1280469"/>
            </a:xfrm>
          </p:grpSpPr>
          <p:sp>
            <p:nvSpPr>
              <p:cNvPr id="890" name="矩形 889">
                <a:extLst>
                  <a:ext uri="{FF2B5EF4-FFF2-40B4-BE49-F238E27FC236}">
                    <a16:creationId xmlns:a16="http://schemas.microsoft.com/office/drawing/2014/main" id="{C52251CC-E08B-CCA4-9D03-8FB936BB973D}"/>
                  </a:ext>
                </a:extLst>
              </p:cNvPr>
              <p:cNvSpPr/>
              <p:nvPr/>
            </p:nvSpPr>
            <p:spPr>
              <a:xfrm>
                <a:off x="9740874" y="3078029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1" name="矩形 890">
                <a:extLst>
                  <a:ext uri="{FF2B5EF4-FFF2-40B4-BE49-F238E27FC236}">
                    <a16:creationId xmlns:a16="http://schemas.microsoft.com/office/drawing/2014/main" id="{04F6162B-7E33-B012-7297-5AEDD3944A83}"/>
                  </a:ext>
                </a:extLst>
              </p:cNvPr>
              <p:cNvSpPr/>
              <p:nvPr/>
            </p:nvSpPr>
            <p:spPr>
              <a:xfrm>
                <a:off x="9740577" y="3922447"/>
                <a:ext cx="152102" cy="1431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2" name="矩形 891">
                <a:extLst>
                  <a:ext uri="{FF2B5EF4-FFF2-40B4-BE49-F238E27FC236}">
                    <a16:creationId xmlns:a16="http://schemas.microsoft.com/office/drawing/2014/main" id="{D5D5EDBD-051B-1DF2-B1D1-956A6F3574A0}"/>
                  </a:ext>
                </a:extLst>
              </p:cNvPr>
              <p:cNvSpPr/>
              <p:nvPr/>
            </p:nvSpPr>
            <p:spPr>
              <a:xfrm>
                <a:off x="9740887" y="3646589"/>
                <a:ext cx="152102" cy="14315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3" name="矩形 892">
                <a:extLst>
                  <a:ext uri="{FF2B5EF4-FFF2-40B4-BE49-F238E27FC236}">
                    <a16:creationId xmlns:a16="http://schemas.microsoft.com/office/drawing/2014/main" id="{A21292F6-7A18-6E38-5E15-C791F932764A}"/>
                  </a:ext>
                </a:extLst>
              </p:cNvPr>
              <p:cNvSpPr/>
              <p:nvPr/>
            </p:nvSpPr>
            <p:spPr>
              <a:xfrm>
                <a:off x="9740875" y="3789739"/>
                <a:ext cx="152102" cy="14315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4" name="矩形 893">
                <a:extLst>
                  <a:ext uri="{FF2B5EF4-FFF2-40B4-BE49-F238E27FC236}">
                    <a16:creationId xmlns:a16="http://schemas.microsoft.com/office/drawing/2014/main" id="{6B3D2E58-06D4-FEAE-2017-C464D78E0175}"/>
                  </a:ext>
                </a:extLst>
              </p:cNvPr>
              <p:cNvSpPr/>
              <p:nvPr/>
            </p:nvSpPr>
            <p:spPr>
              <a:xfrm>
                <a:off x="9740577" y="3370417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5" name="矩形 894">
                <a:extLst>
                  <a:ext uri="{FF2B5EF4-FFF2-40B4-BE49-F238E27FC236}">
                    <a16:creationId xmlns:a16="http://schemas.microsoft.com/office/drawing/2014/main" id="{D5C26DD2-3A2C-26E5-9922-152361BC32D0}"/>
                  </a:ext>
                </a:extLst>
              </p:cNvPr>
              <p:cNvSpPr/>
              <p:nvPr/>
            </p:nvSpPr>
            <p:spPr>
              <a:xfrm>
                <a:off x="9740961" y="4069532"/>
                <a:ext cx="152102" cy="1431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6" name="矩形 895">
                <a:extLst>
                  <a:ext uri="{FF2B5EF4-FFF2-40B4-BE49-F238E27FC236}">
                    <a16:creationId xmlns:a16="http://schemas.microsoft.com/office/drawing/2014/main" id="{2A717B74-6CE0-49B1-F315-FBA5644D96BB}"/>
                  </a:ext>
                </a:extLst>
              </p:cNvPr>
              <p:cNvSpPr/>
              <p:nvPr/>
            </p:nvSpPr>
            <p:spPr>
              <a:xfrm>
                <a:off x="9740875" y="3221179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7" name="矩形 896">
                <a:extLst>
                  <a:ext uri="{FF2B5EF4-FFF2-40B4-BE49-F238E27FC236}">
                    <a16:creationId xmlns:a16="http://schemas.microsoft.com/office/drawing/2014/main" id="{0E638072-3FBA-109F-56EB-318D7719C9F2}"/>
                  </a:ext>
                </a:extLst>
              </p:cNvPr>
              <p:cNvSpPr/>
              <p:nvPr/>
            </p:nvSpPr>
            <p:spPr>
              <a:xfrm>
                <a:off x="9741185" y="3513144"/>
                <a:ext cx="152102" cy="14315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8" name="矩形 897">
                <a:extLst>
                  <a:ext uri="{FF2B5EF4-FFF2-40B4-BE49-F238E27FC236}">
                    <a16:creationId xmlns:a16="http://schemas.microsoft.com/office/drawing/2014/main" id="{851759FD-E63A-D2E7-FADE-871CFE3426C8}"/>
                  </a:ext>
                </a:extLst>
              </p:cNvPr>
              <p:cNvSpPr/>
              <p:nvPr/>
            </p:nvSpPr>
            <p:spPr>
              <a:xfrm>
                <a:off x="9740961" y="4215348"/>
                <a:ext cx="152102" cy="1431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zh-CN" altLang="en-US" sz="9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5" name="文本框 974">
                  <a:extLst>
                    <a:ext uri="{FF2B5EF4-FFF2-40B4-BE49-F238E27FC236}">
                      <a16:creationId xmlns:a16="http://schemas.microsoft.com/office/drawing/2014/main" id="{33C38371-77F8-BEB3-51BB-1858BB7E7B1E}"/>
                    </a:ext>
                  </a:extLst>
                </p:cNvPr>
                <p:cNvSpPr txBox="1"/>
                <p:nvPr/>
              </p:nvSpPr>
              <p:spPr>
                <a:xfrm>
                  <a:off x="8924439" y="3908139"/>
                  <a:ext cx="27475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zh-CN" altLang="en-US" sz="700" i="1">
                            <a:latin typeface="Cambria Math" panose="02040503050406030204" pitchFamily="18" charset="0"/>
                          </a:rPr>
                          <m:t>𝑡𝑎𝑡𝑒</m:t>
                        </m:r>
                      </m:oMath>
                    </m:oMathPara>
                  </a14:m>
                  <a:endParaRPr lang="en-US" altLang="zh-CN" sz="7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700" i="1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zh-CN" altLang="zh-CN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75" name="文本框 974">
                  <a:extLst>
                    <a:ext uri="{FF2B5EF4-FFF2-40B4-BE49-F238E27FC236}">
                      <a16:creationId xmlns:a16="http://schemas.microsoft.com/office/drawing/2014/main" id="{33C38371-77F8-BEB3-51BB-1858BB7E7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4439" y="3908139"/>
                  <a:ext cx="274755" cy="215444"/>
                </a:xfrm>
                <a:prstGeom prst="rect">
                  <a:avLst/>
                </a:prstGeom>
                <a:blipFill>
                  <a:blip r:embed="rId30"/>
                  <a:stretch>
                    <a:fillRect l="-8889" r="-8889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5AD2EF63-198B-84CB-6666-4BBE120B591E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999" y="4406992"/>
              <a:ext cx="975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平行四边形 350">
              <a:extLst>
                <a:ext uri="{FF2B5EF4-FFF2-40B4-BE49-F238E27FC236}">
                  <a16:creationId xmlns:a16="http://schemas.microsoft.com/office/drawing/2014/main" id="{F8B30550-8C36-7904-C50C-D5F53B58C854}"/>
                </a:ext>
              </a:extLst>
            </p:cNvPr>
            <p:cNvSpPr/>
            <p:nvPr/>
          </p:nvSpPr>
          <p:spPr>
            <a:xfrm rot="20081639">
              <a:off x="10867513" y="4120275"/>
              <a:ext cx="505031" cy="274406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2" name="平行四边形 351">
              <a:extLst>
                <a:ext uri="{FF2B5EF4-FFF2-40B4-BE49-F238E27FC236}">
                  <a16:creationId xmlns:a16="http://schemas.microsoft.com/office/drawing/2014/main" id="{A587181C-E022-956E-37A4-5E9069252D4D}"/>
                </a:ext>
              </a:extLst>
            </p:cNvPr>
            <p:cNvSpPr/>
            <p:nvPr/>
          </p:nvSpPr>
          <p:spPr>
            <a:xfrm rot="20081639">
              <a:off x="10925958" y="4218185"/>
              <a:ext cx="505031" cy="274406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平行四边形 352">
              <a:extLst>
                <a:ext uri="{FF2B5EF4-FFF2-40B4-BE49-F238E27FC236}">
                  <a16:creationId xmlns:a16="http://schemas.microsoft.com/office/drawing/2014/main" id="{B2A02E64-6D2E-CD2A-4F98-755D5C04FE05}"/>
                </a:ext>
              </a:extLst>
            </p:cNvPr>
            <p:cNvSpPr/>
            <p:nvPr/>
          </p:nvSpPr>
          <p:spPr>
            <a:xfrm rot="20081639">
              <a:off x="11003500" y="4295177"/>
              <a:ext cx="505031" cy="274406"/>
            </a:xfrm>
            <a:prstGeom prst="parallelogram">
              <a:avLst>
                <a:gd name="adj" fmla="val 36214"/>
              </a:avLst>
            </a:prstGeom>
            <a:blipFill dpi="0" rotWithShape="1"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5" name="文本框 354">
                  <a:extLst>
                    <a:ext uri="{FF2B5EF4-FFF2-40B4-BE49-F238E27FC236}">
                      <a16:creationId xmlns:a16="http://schemas.microsoft.com/office/drawing/2014/main" id="{02967164-69B1-8B6B-4689-423AB1417C55}"/>
                    </a:ext>
                  </a:extLst>
                </p:cNvPr>
                <p:cNvSpPr txBox="1"/>
                <p:nvPr/>
              </p:nvSpPr>
              <p:spPr>
                <a:xfrm>
                  <a:off x="10643597" y="3856300"/>
                  <a:ext cx="903296" cy="2000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700" i="0">
                                <a:latin typeface="Cambria Math" panose="02040503050406030204" pitchFamily="18" charset="0"/>
                              </a:rPr>
                              <m:t>hfr</m:t>
                            </m:r>
                          </m:sub>
                        </m:sSub>
                        <m:r>
                          <a:rPr lang="zh-CN" altLang="en-US" sz="7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en-US" sz="7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sz="7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700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zh-CN" altLang="en-US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700" i="0">
                                <a:latin typeface="Cambria Math" panose="02040503050406030204" pitchFamily="18" charset="0"/>
                              </a:rPr>
                              <m:t>hf</m:t>
                            </m:r>
                          </m:sub>
                        </m:sSub>
                      </m:oMath>
                    </m:oMathPara>
                  </a14:m>
                  <a:endParaRPr lang="zh-CN" altLang="en-US" sz="700" dirty="0"/>
                </a:p>
              </p:txBody>
            </p:sp>
          </mc:Choice>
          <mc:Fallback>
            <p:sp>
              <p:nvSpPr>
                <p:cNvPr id="355" name="文本框 354">
                  <a:extLst>
                    <a:ext uri="{FF2B5EF4-FFF2-40B4-BE49-F238E27FC236}">
                      <a16:creationId xmlns:a16="http://schemas.microsoft.com/office/drawing/2014/main" id="{02967164-69B1-8B6B-4689-423AB1417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3597" y="3856300"/>
                  <a:ext cx="903296" cy="20005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8DAC77CD-494F-A9A4-6DD6-E5567A696E9C}"/>
                    </a:ext>
                  </a:extLst>
                </p:cNvPr>
                <p:cNvSpPr txBox="1"/>
                <p:nvPr/>
              </p:nvSpPr>
              <p:spPr>
                <a:xfrm>
                  <a:off x="9924942" y="4023514"/>
                  <a:ext cx="1030002" cy="2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7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700">
                                <a:latin typeface="Cambria Math" panose="02040503050406030204" pitchFamily="18" charset="0"/>
                              </a:rPr>
                              <m:t>hf</m:t>
                            </m:r>
                          </m:sub>
                        </m:sSub>
                        <m:r>
                          <a:rPr lang="zh-CN" altLang="en-US" sz="70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CN" altLang="en-US" sz="7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700">
                                <a:latin typeface="Cambria Math" panose="02040503050406030204" pitchFamily="18" charset="0"/>
                              </a:rPr>
                              <m:t>Gather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sz="70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7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zh-CN" altLang="en-US" sz="7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altLang="en-US" sz="7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sz="7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zh-CN" altLang="en-US" sz="7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zh-CN" altLang="en-US" sz="7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7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zh-CN" altLang="en-US" sz="7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sz="700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8DAC77CD-494F-A9A4-6DD6-E5567A696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4942" y="4023514"/>
                  <a:ext cx="1030002" cy="21390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4" name="文本框 363">
                  <a:extLst>
                    <a:ext uri="{FF2B5EF4-FFF2-40B4-BE49-F238E27FC236}">
                      <a16:creationId xmlns:a16="http://schemas.microsoft.com/office/drawing/2014/main" id="{964C999F-7F37-8C0F-9944-EA3357EDC9C0}"/>
                    </a:ext>
                  </a:extLst>
                </p:cNvPr>
                <p:cNvSpPr txBox="1"/>
                <p:nvPr/>
              </p:nvSpPr>
              <p:spPr>
                <a:xfrm>
                  <a:off x="9095322" y="1863682"/>
                  <a:ext cx="298180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05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1050" i="0">
                                <a:latin typeface="Cambria Math" panose="02040503050406030204" pitchFamily="18" charset="0"/>
                              </a:rPr>
                              <m:t>hf</m:t>
                            </m:r>
                          </m:sub>
                        </m:sSub>
                      </m:oMath>
                    </m:oMathPara>
                  </a14:m>
                  <a:endParaRPr lang="zh-CN" altLang="en-US" sz="1050" dirty="0"/>
                </a:p>
              </p:txBody>
            </p:sp>
          </mc:Choice>
          <mc:Fallback>
            <p:sp>
              <p:nvSpPr>
                <p:cNvPr id="364" name="文本框 363">
                  <a:extLst>
                    <a:ext uri="{FF2B5EF4-FFF2-40B4-BE49-F238E27FC236}">
                      <a16:creationId xmlns:a16="http://schemas.microsoft.com/office/drawing/2014/main" id="{964C999F-7F37-8C0F-9944-EA3357EDC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5322" y="1863682"/>
                  <a:ext cx="298180" cy="253916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25136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226</Words>
  <Application>Microsoft Office PowerPoint</Application>
  <PresentationFormat>宽屏</PresentationFormat>
  <Paragraphs>93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东明 王</dc:creator>
  <cp:lastModifiedBy>东明 王</cp:lastModifiedBy>
  <cp:revision>9</cp:revision>
  <dcterms:created xsi:type="dcterms:W3CDTF">2026-06-22T11:40:18Z</dcterms:created>
  <dcterms:modified xsi:type="dcterms:W3CDTF">2026-06-29T00:46:22Z</dcterms:modified>
</cp:coreProperties>
</file>